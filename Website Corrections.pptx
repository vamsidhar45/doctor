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0" r:id="rId4"/>
    <p:sldId id="271" r:id="rId5"/>
    <p:sldId id="272" r:id="rId6"/>
    <p:sldId id="268" r:id="rId7"/>
    <p:sldId id="274" r:id="rId8"/>
    <p:sldId id="275" r:id="rId9"/>
    <p:sldId id="276" r:id="rId10"/>
    <p:sldId id="277" r:id="rId11"/>
    <p:sldId id="278" r:id="rId12"/>
    <p:sldId id="257" r:id="rId13"/>
    <p:sldId id="258" r:id="rId14"/>
    <p:sldId id="259" r:id="rId15"/>
    <p:sldId id="260" r:id="rId16"/>
    <p:sldId id="261" r:id="rId17"/>
    <p:sldId id="262" r:id="rId18"/>
    <p:sldId id="263" r:id="rId19"/>
    <p:sldId id="302" r:id="rId20"/>
    <p:sldId id="264" r:id="rId21"/>
    <p:sldId id="266" r:id="rId22"/>
    <p:sldId id="267"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0E3B7F-3CC1-4458-8731-C52BB4FAA925}" v="3" dt="2026-09-16T07:44:07.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mvimalakarfoundation@gmail.com" userId="598a2f0cb028dcfa" providerId="LiveId" clId="{1133AD28-EA0B-4ABB-9AFC-5B879D21EB25}"/>
    <pc:docChg chg="undo custSel addSld delSld modSld">
      <pc:chgData name="teamvimalakarfoundation@gmail.com" userId="598a2f0cb028dcfa" providerId="LiveId" clId="{1133AD28-EA0B-4ABB-9AFC-5B879D21EB25}" dt="2026-09-16T08:06:39.655" v="473" actId="20577"/>
      <pc:docMkLst>
        <pc:docMk/>
      </pc:docMkLst>
      <pc:sldChg chg="modSp add del mod">
        <pc:chgData name="teamvimalakarfoundation@gmail.com" userId="598a2f0cb028dcfa" providerId="LiveId" clId="{1133AD28-EA0B-4ABB-9AFC-5B879D21EB25}" dt="2026-09-16T08:06:39.655" v="473" actId="20577"/>
        <pc:sldMkLst>
          <pc:docMk/>
          <pc:sldMk cId="13431060" sldId="256"/>
        </pc:sldMkLst>
        <pc:spChg chg="mod">
          <ac:chgData name="teamvimalakarfoundation@gmail.com" userId="598a2f0cb028dcfa" providerId="LiveId" clId="{1133AD28-EA0B-4ABB-9AFC-5B879D21EB25}" dt="2026-09-16T08:06:39.655" v="473" actId="20577"/>
          <ac:spMkLst>
            <pc:docMk/>
            <pc:sldMk cId="13431060" sldId="256"/>
            <ac:spMk id="3" creationId="{8B11AE79-F2BD-AA68-454B-A6FD341DE6FD}"/>
          </ac:spMkLst>
        </pc:spChg>
      </pc:sldChg>
      <pc:sldChg chg="modSp mod">
        <pc:chgData name="teamvimalakarfoundation@gmail.com" userId="598a2f0cb028dcfa" providerId="LiveId" clId="{1133AD28-EA0B-4ABB-9AFC-5B879D21EB25}" dt="2026-09-16T04:44:03.388" v="16" actId="1076"/>
        <pc:sldMkLst>
          <pc:docMk/>
          <pc:sldMk cId="1584867012" sldId="262"/>
        </pc:sldMkLst>
        <pc:spChg chg="mod">
          <ac:chgData name="teamvimalakarfoundation@gmail.com" userId="598a2f0cb028dcfa" providerId="LiveId" clId="{1133AD28-EA0B-4ABB-9AFC-5B879D21EB25}" dt="2026-09-16T04:44:03.388" v="16" actId="1076"/>
          <ac:spMkLst>
            <pc:docMk/>
            <pc:sldMk cId="1584867012" sldId="262"/>
            <ac:spMk id="3" creationId="{9FCF21C9-4AA1-017A-F16B-E8099BC5BEC8}"/>
          </ac:spMkLst>
        </pc:spChg>
        <pc:picChg chg="mod">
          <ac:chgData name="teamvimalakarfoundation@gmail.com" userId="598a2f0cb028dcfa" providerId="LiveId" clId="{1133AD28-EA0B-4ABB-9AFC-5B879D21EB25}" dt="2026-09-16T04:43:58.735" v="15" actId="1076"/>
          <ac:picMkLst>
            <pc:docMk/>
            <pc:sldMk cId="1584867012" sldId="262"/>
            <ac:picMk id="6" creationId="{C766FB5A-D824-FB04-026A-07662242385E}"/>
          </ac:picMkLst>
        </pc:picChg>
      </pc:sldChg>
      <pc:sldChg chg="modSp mod">
        <pc:chgData name="teamvimalakarfoundation@gmail.com" userId="598a2f0cb028dcfa" providerId="LiveId" clId="{1133AD28-EA0B-4ABB-9AFC-5B879D21EB25}" dt="2026-09-16T07:44:47.735" v="320" actId="20577"/>
        <pc:sldMkLst>
          <pc:docMk/>
          <pc:sldMk cId="3935871762" sldId="263"/>
        </pc:sldMkLst>
        <pc:spChg chg="mod">
          <ac:chgData name="teamvimalakarfoundation@gmail.com" userId="598a2f0cb028dcfa" providerId="LiveId" clId="{1133AD28-EA0B-4ABB-9AFC-5B879D21EB25}" dt="2026-09-16T06:42:24.474" v="214" actId="14100"/>
          <ac:spMkLst>
            <pc:docMk/>
            <pc:sldMk cId="3935871762" sldId="263"/>
            <ac:spMk id="3" creationId="{63D44304-AA8B-31C5-742B-5CD963962863}"/>
          </ac:spMkLst>
        </pc:spChg>
        <pc:spChg chg="mod">
          <ac:chgData name="teamvimalakarfoundation@gmail.com" userId="598a2f0cb028dcfa" providerId="LiveId" clId="{1133AD28-EA0B-4ABB-9AFC-5B879D21EB25}" dt="2026-09-16T07:44:47.735" v="320" actId="20577"/>
          <ac:spMkLst>
            <pc:docMk/>
            <pc:sldMk cId="3935871762" sldId="263"/>
            <ac:spMk id="9" creationId="{E1A08149-610C-EDE8-1D8A-A19B2333A503}"/>
          </ac:spMkLst>
        </pc:spChg>
      </pc:sldChg>
      <pc:sldChg chg="addSp modSp mod">
        <pc:chgData name="teamvimalakarfoundation@gmail.com" userId="598a2f0cb028dcfa" providerId="LiveId" clId="{1133AD28-EA0B-4ABB-9AFC-5B879D21EB25}" dt="2026-09-16T05:03:36.134" v="89" actId="113"/>
        <pc:sldMkLst>
          <pc:docMk/>
          <pc:sldMk cId="4209705146" sldId="264"/>
        </pc:sldMkLst>
        <pc:spChg chg="mod">
          <ac:chgData name="teamvimalakarfoundation@gmail.com" userId="598a2f0cb028dcfa" providerId="LiveId" clId="{1133AD28-EA0B-4ABB-9AFC-5B879D21EB25}" dt="2026-09-16T05:03:36.134" v="89" actId="113"/>
          <ac:spMkLst>
            <pc:docMk/>
            <pc:sldMk cId="4209705146" sldId="264"/>
            <ac:spMk id="3" creationId="{BB712AE5-B49B-D129-E84D-E13BD54F309B}"/>
          </ac:spMkLst>
        </pc:spChg>
        <pc:picChg chg="mod">
          <ac:chgData name="teamvimalakarfoundation@gmail.com" userId="598a2f0cb028dcfa" providerId="LiveId" clId="{1133AD28-EA0B-4ABB-9AFC-5B879D21EB25}" dt="2026-09-16T05:01:24.955" v="17" actId="1076"/>
          <ac:picMkLst>
            <pc:docMk/>
            <pc:sldMk cId="4209705146" sldId="264"/>
            <ac:picMk id="4" creationId="{3433FC5D-61C7-9920-C5ED-F62E371E3045}"/>
          </ac:picMkLst>
        </pc:picChg>
        <pc:picChg chg="add mod modCrop">
          <ac:chgData name="teamvimalakarfoundation@gmail.com" userId="598a2f0cb028dcfa" providerId="LiveId" clId="{1133AD28-EA0B-4ABB-9AFC-5B879D21EB25}" dt="2026-09-16T05:02:16.885" v="30" actId="1076"/>
          <ac:picMkLst>
            <pc:docMk/>
            <pc:sldMk cId="4209705146" sldId="264"/>
            <ac:picMk id="5" creationId="{C030DCD2-CF38-1B3A-61C2-155AFB3E4BD8}"/>
          </ac:picMkLst>
        </pc:picChg>
      </pc:sldChg>
      <pc:sldChg chg="addSp modSp mod">
        <pc:chgData name="teamvimalakarfoundation@gmail.com" userId="598a2f0cb028dcfa" providerId="LiveId" clId="{1133AD28-EA0B-4ABB-9AFC-5B879D21EB25}" dt="2026-09-16T05:19:00.943" v="172" actId="20577"/>
        <pc:sldMkLst>
          <pc:docMk/>
          <pc:sldMk cId="3952851491" sldId="269"/>
        </pc:sldMkLst>
        <pc:spChg chg="add mod">
          <ac:chgData name="teamvimalakarfoundation@gmail.com" userId="598a2f0cb028dcfa" providerId="LiveId" clId="{1133AD28-EA0B-4ABB-9AFC-5B879D21EB25}" dt="2026-09-16T05:19:00.943" v="172" actId="20577"/>
          <ac:spMkLst>
            <pc:docMk/>
            <pc:sldMk cId="3952851491" sldId="269"/>
            <ac:spMk id="2" creationId="{61A11E4A-6397-D34A-1265-6D2620ECC0B8}"/>
          </ac:spMkLst>
        </pc:spChg>
        <pc:spChg chg="mod">
          <ac:chgData name="teamvimalakarfoundation@gmail.com" userId="598a2f0cb028dcfa" providerId="LiveId" clId="{1133AD28-EA0B-4ABB-9AFC-5B879D21EB25}" dt="2026-09-16T05:18:36.332" v="143" actId="1076"/>
          <ac:spMkLst>
            <pc:docMk/>
            <pc:sldMk cId="3952851491" sldId="269"/>
            <ac:spMk id="3" creationId="{CF7EAE08-5D94-BC14-B70E-B45CB19B1DCE}"/>
          </ac:spMkLst>
        </pc:spChg>
        <pc:picChg chg="mod">
          <ac:chgData name="teamvimalakarfoundation@gmail.com" userId="598a2f0cb028dcfa" providerId="LiveId" clId="{1133AD28-EA0B-4ABB-9AFC-5B879D21EB25}" dt="2026-09-16T05:18:41.410" v="144" actId="14100"/>
          <ac:picMkLst>
            <pc:docMk/>
            <pc:sldMk cId="3952851491" sldId="269"/>
            <ac:picMk id="4" creationId="{662F7040-24D1-CFCD-EF6F-D8186975A10E}"/>
          </ac:picMkLst>
        </pc:picChg>
      </pc:sldChg>
      <pc:sldChg chg="addSp modSp mod">
        <pc:chgData name="teamvimalakarfoundation@gmail.com" userId="598a2f0cb028dcfa" providerId="LiveId" clId="{1133AD28-EA0B-4ABB-9AFC-5B879D21EB25}" dt="2026-09-16T06:42:24.925" v="215" actId="1076"/>
        <pc:sldMkLst>
          <pc:docMk/>
          <pc:sldMk cId="1838806265" sldId="279"/>
        </pc:sldMkLst>
        <pc:spChg chg="mod">
          <ac:chgData name="teamvimalakarfoundation@gmail.com" userId="598a2f0cb028dcfa" providerId="LiveId" clId="{1133AD28-EA0B-4ABB-9AFC-5B879D21EB25}" dt="2026-09-16T06:42:24.925" v="215" actId="1076"/>
          <ac:spMkLst>
            <pc:docMk/>
            <pc:sldMk cId="1838806265" sldId="279"/>
            <ac:spMk id="3" creationId="{1461AD57-EF10-7602-253A-711C0163018A}"/>
          </ac:spMkLst>
        </pc:spChg>
        <pc:picChg chg="add mod">
          <ac:chgData name="teamvimalakarfoundation@gmail.com" userId="598a2f0cb028dcfa" providerId="LiveId" clId="{1133AD28-EA0B-4ABB-9AFC-5B879D21EB25}" dt="2026-09-16T06:41:14.775" v="205" actId="1076"/>
          <ac:picMkLst>
            <pc:docMk/>
            <pc:sldMk cId="1838806265" sldId="279"/>
            <ac:picMk id="4" creationId="{B85206C7-3B0D-55D0-EC90-75F751B789DA}"/>
          </ac:picMkLst>
        </pc:picChg>
      </pc:sldChg>
      <pc:sldChg chg="addSp delSp modSp mod">
        <pc:chgData name="teamvimalakarfoundation@gmail.com" userId="598a2f0cb028dcfa" providerId="LiveId" clId="{1133AD28-EA0B-4ABB-9AFC-5B879D21EB25}" dt="2026-09-16T07:41:51.634" v="256" actId="1076"/>
        <pc:sldMkLst>
          <pc:docMk/>
          <pc:sldMk cId="3476445338" sldId="280"/>
        </pc:sldMkLst>
        <pc:spChg chg="mod">
          <ac:chgData name="teamvimalakarfoundation@gmail.com" userId="598a2f0cb028dcfa" providerId="LiveId" clId="{1133AD28-EA0B-4ABB-9AFC-5B879D21EB25}" dt="2026-09-16T07:41:50.143" v="255" actId="1076"/>
          <ac:spMkLst>
            <pc:docMk/>
            <pc:sldMk cId="3476445338" sldId="280"/>
            <ac:spMk id="3" creationId="{9817D0AE-9469-87EE-B370-209D3A5AC4AC}"/>
          </ac:spMkLst>
        </pc:spChg>
        <pc:picChg chg="add del">
          <ac:chgData name="teamvimalakarfoundation@gmail.com" userId="598a2f0cb028dcfa" providerId="LiveId" clId="{1133AD28-EA0B-4ABB-9AFC-5B879D21EB25}" dt="2026-09-16T07:33:24.986" v="250" actId="478"/>
          <ac:picMkLst>
            <pc:docMk/>
            <pc:sldMk cId="3476445338" sldId="280"/>
            <ac:picMk id="4" creationId="{E15B6E1E-F941-46F9-0BB1-0D30A778180E}"/>
          </ac:picMkLst>
        </pc:picChg>
        <pc:picChg chg="add mod">
          <ac:chgData name="teamvimalakarfoundation@gmail.com" userId="598a2f0cb028dcfa" providerId="LiveId" clId="{1133AD28-EA0B-4ABB-9AFC-5B879D21EB25}" dt="2026-09-16T07:41:51.634" v="256" actId="1076"/>
          <ac:picMkLst>
            <pc:docMk/>
            <pc:sldMk cId="3476445338" sldId="280"/>
            <ac:picMk id="6" creationId="{4C473D15-6E9F-59DE-FFD1-D44982B084AA}"/>
          </ac:picMkLst>
        </pc:picChg>
      </pc:sldChg>
      <pc:sldChg chg="modSp mod">
        <pc:chgData name="teamvimalakarfoundation@gmail.com" userId="598a2f0cb028dcfa" providerId="LiveId" clId="{1133AD28-EA0B-4ABB-9AFC-5B879D21EB25}" dt="2026-09-16T08:00:39.537" v="443" actId="20577"/>
        <pc:sldMkLst>
          <pc:docMk/>
          <pc:sldMk cId="56416979" sldId="281"/>
        </pc:sldMkLst>
        <pc:spChg chg="mod">
          <ac:chgData name="teamvimalakarfoundation@gmail.com" userId="598a2f0cb028dcfa" providerId="LiveId" clId="{1133AD28-EA0B-4ABB-9AFC-5B879D21EB25}" dt="2026-09-16T08:00:39.537" v="443" actId="20577"/>
          <ac:spMkLst>
            <pc:docMk/>
            <pc:sldMk cId="56416979" sldId="281"/>
            <ac:spMk id="3" creationId="{99AFBC65-2713-629D-1BC3-BDFA6A020485}"/>
          </ac:spMkLst>
        </pc:spChg>
      </pc:sldChg>
      <pc:sldChg chg="addSp delSp modSp new mod">
        <pc:chgData name="teamvimalakarfoundation@gmail.com" userId="598a2f0cb028dcfa" providerId="LiveId" clId="{1133AD28-EA0B-4ABB-9AFC-5B879D21EB25}" dt="2026-09-16T07:45:55.554" v="341" actId="403"/>
        <pc:sldMkLst>
          <pc:docMk/>
          <pc:sldMk cId="1104401099" sldId="302"/>
        </pc:sldMkLst>
        <pc:spChg chg="del">
          <ac:chgData name="teamvimalakarfoundation@gmail.com" userId="598a2f0cb028dcfa" providerId="LiveId" clId="{1133AD28-EA0B-4ABB-9AFC-5B879D21EB25}" dt="2026-09-16T07:30:33.042" v="229" actId="478"/>
          <ac:spMkLst>
            <pc:docMk/>
            <pc:sldMk cId="1104401099" sldId="302"/>
            <ac:spMk id="2" creationId="{49B5C16A-0B90-9CD5-A405-5B7EDDD93304}"/>
          </ac:spMkLst>
        </pc:spChg>
        <pc:spChg chg="del">
          <ac:chgData name="teamvimalakarfoundation@gmail.com" userId="598a2f0cb028dcfa" providerId="LiveId" clId="{1133AD28-EA0B-4ABB-9AFC-5B879D21EB25}" dt="2026-09-16T07:27:31.924" v="217" actId="931"/>
          <ac:spMkLst>
            <pc:docMk/>
            <pc:sldMk cId="1104401099" sldId="302"/>
            <ac:spMk id="3" creationId="{AA3A2C85-5953-EFC2-D5CA-C4A4CCEE6195}"/>
          </ac:spMkLst>
        </pc:spChg>
        <pc:spChg chg="add mod">
          <ac:chgData name="teamvimalakarfoundation@gmail.com" userId="598a2f0cb028dcfa" providerId="LiveId" clId="{1133AD28-EA0B-4ABB-9AFC-5B879D21EB25}" dt="2026-09-16T07:45:55.554" v="341" actId="403"/>
          <ac:spMkLst>
            <pc:docMk/>
            <pc:sldMk cId="1104401099" sldId="302"/>
            <ac:spMk id="14" creationId="{3ADC4ADC-6E90-6311-22BB-E1CE78186710}"/>
          </ac:spMkLst>
        </pc:spChg>
        <pc:picChg chg="add mod ord">
          <ac:chgData name="teamvimalakarfoundation@gmail.com" userId="598a2f0cb028dcfa" providerId="LiveId" clId="{1133AD28-EA0B-4ABB-9AFC-5B879D21EB25}" dt="2026-09-16T07:43:03.496" v="269" actId="14100"/>
          <ac:picMkLst>
            <pc:docMk/>
            <pc:sldMk cId="1104401099" sldId="302"/>
            <ac:picMk id="5" creationId="{F760CEFE-B779-D0C2-53EB-D4276DFD5BDB}"/>
          </ac:picMkLst>
        </pc:picChg>
        <pc:picChg chg="add del mod">
          <ac:chgData name="teamvimalakarfoundation@gmail.com" userId="598a2f0cb028dcfa" providerId="LiveId" clId="{1133AD28-EA0B-4ABB-9AFC-5B879D21EB25}" dt="2026-09-16T07:32:03.314" v="237" actId="21"/>
          <ac:picMkLst>
            <pc:docMk/>
            <pc:sldMk cId="1104401099" sldId="302"/>
            <ac:picMk id="7" creationId="{4B98FC40-8C2E-8CED-0F8C-208AE46D6967}"/>
          </ac:picMkLst>
        </pc:picChg>
        <pc:picChg chg="add mod modCrop">
          <ac:chgData name="teamvimalakarfoundation@gmail.com" userId="598a2f0cb028dcfa" providerId="LiveId" clId="{1133AD28-EA0B-4ABB-9AFC-5B879D21EB25}" dt="2026-09-16T07:43:53.278" v="280" actId="1076"/>
          <ac:picMkLst>
            <pc:docMk/>
            <pc:sldMk cId="1104401099" sldId="302"/>
            <ac:picMk id="9" creationId="{00D2B086-0577-55BF-4BB7-EE0E3B13B602}"/>
          </ac:picMkLst>
        </pc:picChg>
        <pc:picChg chg="add mod">
          <ac:chgData name="teamvimalakarfoundation@gmail.com" userId="598a2f0cb028dcfa" providerId="LiveId" clId="{1133AD28-EA0B-4ABB-9AFC-5B879D21EB25}" dt="2026-09-16T07:43:11.900" v="272" actId="1076"/>
          <ac:picMkLst>
            <pc:docMk/>
            <pc:sldMk cId="1104401099" sldId="302"/>
            <ac:picMk id="11" creationId="{691A2525-6CC2-18E9-266E-5168AA7949D3}"/>
          </ac:picMkLst>
        </pc:picChg>
        <pc:picChg chg="add mod">
          <ac:chgData name="teamvimalakarfoundation@gmail.com" userId="598a2f0cb028dcfa" providerId="LiveId" clId="{1133AD28-EA0B-4ABB-9AFC-5B879D21EB25}" dt="2026-09-16T07:42:57.299" v="267" actId="1076"/>
          <ac:picMkLst>
            <pc:docMk/>
            <pc:sldMk cId="1104401099" sldId="302"/>
            <ac:picMk id="13" creationId="{87D2AA0A-2D6C-CFAA-0D3F-47245CCE8492}"/>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8:10:03.592"/>
    </inkml:context>
    <inkml:brush xml:id="br0">
      <inkml:brushProperty name="width" value="0.035" units="cm"/>
      <inkml:brushProperty name="height" value="0.035" units="cm"/>
    </inkml:brush>
  </inkml:definitions>
  <inkml:trace contextRef="#ctx0" brushRef="#br0">2700 0 24575,'-25'2'0,"-1"1"0,0 2 0,1 0 0,-41 14 0,9-2 0,-287 63 0,-15 5 0,253-56 0,-143 35 0,190-53 0,0-1 0,-77 1 0,132-11 0,-65 2 0,-79 11 0,48-2 0,64-8 0,0 1 0,-68 17 0,53-6 0,25-9 0,1 2 0,0 0 0,-45 24 0,50-21 0,-4 2 0,1 1 0,-34 27 0,43-28 0,-121 108 0,113-98 0,0 1 0,2 1 0,-28 45 0,21-29 0,15-24 0,-17 33 0,27-44 0,-1 0 0,1 0 0,0 1 0,0-1 0,0 0 0,1 1 0,0 0 0,1-1 0,0 12 0,5 18 0,1-1 0,2-1 0,1 1 0,2-1 0,2-1 0,27 54 0,-26-62 0,0-1 0,2-1 0,0 0 0,2-1 0,1-1 0,0-1 0,2 0 0,0-2 0,1 0 0,0-1 0,2-2 0,0 0 0,48 21 0,12-1 0,2-3 0,1-4 0,150 28 0,-144-38 0,-10-1 0,91 6 0,-46-16 0,246-20 0,42-2 0,-163 11 0,-38-9 0,106-2 0,-154 2 0,-36 2 0,211-16 0,-306 21 0,-1-2 0,0-1 0,-1-2 0,60-27 0,-10 4 0,34-17 0,-103 43 0,-1 0 0,0-1 0,-1-1 0,0 0 0,22-22 0,-5-1 0,-1-1 0,-2-1 0,-1-1 0,-2-2 0,35-72 0,-50 85 0,11-51 0,-5 14 0,5-1 0,-10 36 0,-1 0 0,-2 0 0,0-1 0,-2 0 0,3-56 0,-9 76 0,0 0 0,-1 0 0,0-1 0,0 1 0,-1 0 0,0 1 0,-1-1 0,1 0 0,-8-9 0,-6-9 0,-24-27 0,6 13 0,0 2 0,-68-55 0,78 74 0,0 0 0,-1 2 0,-1 0 0,-1 2 0,-51-19 0,56 27 0,1 1 0,-1 2 0,0 0 0,-40-1 0,-95 9 0,71 0 0,-153 15 0,189-13 0,0-1 0,0-3 0,-89-7 0,110 1 0,0 0 0,0-2 0,1-2 0,0-1 0,0-1 0,1-1 0,-43-23 0,15 1 0,-151-82 0,187 105-1365,2 4-5461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0T18:12:04.564"/>
    </inkml:context>
    <inkml:brush xml:id="br0">
      <inkml:brushProperty name="width" value="0.035" units="cm"/>
      <inkml:brushProperty name="height" value="0.035" units="cm"/>
    </inkml:brush>
  </inkml:definitions>
  <inkml:trace contextRef="#ctx0" brushRef="#br0">7368 257 24575,'-516'12'0,"170"-2"0,-747 75-1209,997-71 1229,-339 44 421,-8-34 118,212-28-376,-403 3-177,410 15-6,-26 0 0,-132-15 0,-145 3 0,343 11 0,-41 2 0,178-15 0,-41 2 0,-151-16 0,85-8 0,-160-3 0,259 21 0,0-2 0,0-2 0,-75-22 0,39 8 0,38 14 0,0 2 0,-1 2 0,-92 7 0,41-1 0,98-2 0,0 0 0,0 0 0,0 1 0,1 0 0,-1 1 0,-8 2 0,12-3 0,0 1 0,-1-1 0,1 1 0,0 0 0,1 0 0,-1 0 0,0 0 0,0 0 0,1 1 0,0-1 0,-1 1 0,1 0 0,0 0 0,-3 5 0,-1 6 0,-1 0 0,2 1 0,0-1 0,1 1 0,0 1 0,-2 27 0,0 96 0,7-60 0,5-1 0,25 134 0,58 148 0,-7-30 0,-78-315 0,67 359 0,-56-269 0,2 170 0,-22 1866 0,5-2136 0,0 0 0,0 1 0,0-1 0,0 1 0,1-1 0,0 0 0,3 10 0,-4-14 0,1 1 0,0-1 0,0 1 0,0-1 0,0 0 0,0 0 0,0 0 0,0 1 0,0-1 0,0 0 0,0 0 0,1 0 0,-1-1 0,0 1 0,1 0 0,-1 0 0,1-1 0,-1 1 0,1-1 0,-1 1 0,1-1 0,-1 0 0,1 0 0,-1 1 0,1-1 0,0 0 0,-1 0 0,4-1 0,13-1 0,0-2 0,0 0 0,0 0 0,23-11 0,-3 2 0,238-79 0,152-47 0,11 26 0,-328 95 0,120-6 0,112 15 0,-187 8 0,337 9 0,-286 13 0,213 50 0,142 66 0,-526-129 0,52 6 0,18 4 0,-43-3 0,130 32 0,239 26 0,26-56 0,-107-8 0,162 30 0,-193-31 0,-213-10 0,-16-2 0,0-5 0,153-33 0,74 4 0,-101 17 0,357-35 0,26-16 0,-234 21 0,-265 39 0,314-23 0,-345 34 0,454 3 0,-266 25 0,17 1 0,410-25 0,-366-5 0,107-34 0,-274 18 0,350-32 0,-428 46 0,-45 3 0,1-1 0,-1-1 0,38-9 0,-54 7 0,0-1 0,0 0 0,0-1 0,23-16 0,8-5 0,49-32 0,-5 2 0,-78 52 0,0-1 0,-1 1 0,0-2 0,0 1 0,0-1 0,-1 0 0,-1-1 0,1 0 0,-1 0 0,6-12 0,-5 6 0,0-1 0,-1 0 0,-1 0 0,0-1 0,-2 0 0,4-18 0,-2-8 0,-3-1 0,-1 0 0,-2 0 0,-9-68 0,-67-416 0,34 264 0,19 28 0,18 172 0,-2-161 0,3 42 0,-1 138 0,-1 0 0,-3 0 0,-18-55 0,5 20 0,-9-35 0,11 48 0,4-1 0,-13-103 0,-3-465 0,34 502 0,-4-176 0,2 302 0,0 0 0,-1 1 0,-1-1 0,1 1 0,-1 0 0,0-1 0,-1 1 0,0 0 0,0 0 0,0 1 0,-1-1 0,0 1 0,-6-8 0,2 6 0,0 0 0,0 1 0,-1 0 0,0 0 0,0 1 0,-1 0 0,1 0 0,-14-4 0,-22-9 0,-1 2 0,0 2 0,-65-11 0,-147-13 0,121 21 0,-274-14 0,-1 33 0,227 1 0,98 2 0,-90 16 0,116-11 0,-495 60 0,295-39 0,-89 6 0,-11 3 0,202-17 0,-254 4 0,-311-27 0,648-3 0,-138-24 0,44 2 0,87 16 0,22 1 0,-79 0 0,95 9 0,21-2 0,0 2 0,0 1 0,0 1 0,0 1 0,1 0 0,-42 14 0,34-7 36,-1-1-1,-34 5 1,38-9-404,-1 1 0,1 2 0,-27 11 0,37-11-6458</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F1F50-737A-90DA-40A7-2563572836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E27132-B55D-E8C2-7534-67804ACDA8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60CC3E-CB6A-AD75-4CD6-5408E6864732}"/>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F635FAA4-4299-C9C7-36D4-BA2B74281E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CC9A2A-36AD-E99B-6460-F0B408943924}"/>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3629392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74E1E-B432-D845-3B47-5C62A614F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EE5C2A-7BF2-3921-D60A-09559B5B91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74212F-E5A5-3901-0700-5523613D77D2}"/>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E8FA7162-1D42-03E6-E506-D6868BB05D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662E81-BD69-578A-B92A-2190A630D521}"/>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2136776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4657-BA9F-DE98-9B7B-F11BE78004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99205A-4502-66B9-A60B-130BCD0ACB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C35E01-F1C3-6403-A773-E79EB582D3F5}"/>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D450458C-E5D5-53B3-CDDD-4720E3907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54C994-8DD9-4F9C-F5DA-F116724A0198}"/>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159983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EA999-4373-B08F-DE4E-C3BF8D6FE7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B2DA29-FAE1-DCF2-0F74-963D68342F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4539B5-98E1-4708-355A-D993D25087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58757A-651F-77C8-4CB7-7AC700D1CAA4}"/>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6" name="Footer Placeholder 5">
            <a:extLst>
              <a:ext uri="{FF2B5EF4-FFF2-40B4-BE49-F238E27FC236}">
                <a16:creationId xmlns:a16="http://schemas.microsoft.com/office/drawing/2014/main" id="{464174BC-E26F-8174-8F83-5FFB503C9E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59DF3D-D567-F803-29E1-2A274D8058E2}"/>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4000165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594C2-8DF7-D144-9CFC-D62767664D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D05DBD-64CB-B7BB-51FA-552608DDDD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72F1B2-CFC2-0556-D314-28136CCD1D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0B4CFE-4F8F-C18F-EE3D-60D8B6BAD3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9EE9B-8D23-0C0E-7816-748A145474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CA789D-0A23-57C2-608D-118BCA72ABB2}"/>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8" name="Footer Placeholder 7">
            <a:extLst>
              <a:ext uri="{FF2B5EF4-FFF2-40B4-BE49-F238E27FC236}">
                <a16:creationId xmlns:a16="http://schemas.microsoft.com/office/drawing/2014/main" id="{CE593582-7F44-C001-E2BF-6BCA4F51AE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B2FAE9-BE99-B445-64DC-8E4CD3D9A22F}"/>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377149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B61E7-61AE-03DF-5FBE-34D53306BC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B9D6DB-DE53-F43B-2921-1E5D7503791F}"/>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4" name="Footer Placeholder 3">
            <a:extLst>
              <a:ext uri="{FF2B5EF4-FFF2-40B4-BE49-F238E27FC236}">
                <a16:creationId xmlns:a16="http://schemas.microsoft.com/office/drawing/2014/main" id="{E07138C4-D693-FB66-8192-02B13C1114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6860A3D-25EE-9F24-198D-2ADBF63C44DC}"/>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28192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8BC309-47A8-B26D-B5A3-E8ADE36FDE29}"/>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3" name="Footer Placeholder 2">
            <a:extLst>
              <a:ext uri="{FF2B5EF4-FFF2-40B4-BE49-F238E27FC236}">
                <a16:creationId xmlns:a16="http://schemas.microsoft.com/office/drawing/2014/main" id="{C0FFBB3F-FE7E-63AF-57DE-4E337E86EC4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680426-B5B5-9A45-2CCF-3456AD651CFA}"/>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3632839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934F-01D7-63A6-B0BD-09F47F169C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3CD9B2-49D8-9794-F663-043F2B44B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795E81-E45A-D6F0-3326-5A9845F807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6A41FE-2F78-BB18-D429-9307551EE1E2}"/>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6" name="Footer Placeholder 5">
            <a:extLst>
              <a:ext uri="{FF2B5EF4-FFF2-40B4-BE49-F238E27FC236}">
                <a16:creationId xmlns:a16="http://schemas.microsoft.com/office/drawing/2014/main" id="{16047B56-7717-BEFF-E5C2-A8AF60CD77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B7D821-FA59-E5B3-71BC-98FD7900D7FF}"/>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13115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A7D2-A157-F330-C5A7-85E98A0939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5FE0F4D-780A-247C-86CA-3CF6BD217B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780B2B-299B-DFCA-99E5-6FF3E81B0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32B70E-B3BC-3339-13E5-88AA1056FB1F}"/>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6" name="Footer Placeholder 5">
            <a:extLst>
              <a:ext uri="{FF2B5EF4-FFF2-40B4-BE49-F238E27FC236}">
                <a16:creationId xmlns:a16="http://schemas.microsoft.com/office/drawing/2014/main" id="{D088CAB5-A611-CBEC-C3C6-A3D2C59196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954FAD-3B7F-22E6-5634-340017E73709}"/>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4182065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DF86F-6C94-D605-DCE8-70A1AAE17C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00C1DC-156A-6F91-8A13-36CD564E3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088B5A-D5B1-6B98-347F-46EE48A0948A}"/>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F2424F78-86D0-2F26-111C-6ABA9F3040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7C7A6C-DF90-C71D-0ABA-552283E72A71}"/>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171203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6C5B1F-F512-96A8-2332-C9419DFF57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731D31-37D4-A576-862E-F389B96B6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40A82-30F0-02A4-AA18-E576A2E9CCE3}"/>
              </a:ext>
            </a:extLst>
          </p:cNvPr>
          <p:cNvSpPr>
            <a:spLocks noGrp="1"/>
          </p:cNvSpPr>
          <p:nvPr>
            <p:ph type="dt" sz="half" idx="10"/>
          </p:nvPr>
        </p:nvSpPr>
        <p:spPr/>
        <p:txBody>
          <a:body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A4255F29-AFB6-5D12-EE20-36A1A806E1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51787B-711B-FAE6-0888-34E294332773}"/>
              </a:ext>
            </a:extLst>
          </p:cNvPr>
          <p:cNvSpPr>
            <a:spLocks noGrp="1"/>
          </p:cNvSpPr>
          <p:nvPr>
            <p:ph type="sldNum" sz="quarter" idx="12"/>
          </p:nvPr>
        </p:nvSpPr>
        <p:spPr/>
        <p:txBody>
          <a:bodyPr/>
          <a:lstStyle/>
          <a:p>
            <a:fld id="{EA8DD4BC-DCBF-4EEF-A357-F5B23ADAB452}" type="slidenum">
              <a:rPr lang="en-IN" smtClean="0"/>
              <a:t>‹#›</a:t>
            </a:fld>
            <a:endParaRPr lang="en-IN"/>
          </a:p>
        </p:txBody>
      </p:sp>
    </p:spTree>
    <p:extLst>
      <p:ext uri="{BB962C8B-B14F-4D97-AF65-F5344CB8AC3E}">
        <p14:creationId xmlns:p14="http://schemas.microsoft.com/office/powerpoint/2010/main" val="388112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FCF0CF-9775-6BE7-5B2B-25BAC9FB4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9F8D58C-C040-04C3-3ADF-AA211D8D6F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0FAE8E-B4C5-EDFA-0C3D-7249C3CD5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3A7D09-8A78-47FA-BCBA-61761B4A28F1}" type="datetimeFigureOut">
              <a:rPr lang="en-IN" smtClean="0"/>
              <a:t>16-09-2026</a:t>
            </a:fld>
            <a:endParaRPr lang="en-IN"/>
          </a:p>
        </p:txBody>
      </p:sp>
      <p:sp>
        <p:nvSpPr>
          <p:cNvPr id="5" name="Footer Placeholder 4">
            <a:extLst>
              <a:ext uri="{FF2B5EF4-FFF2-40B4-BE49-F238E27FC236}">
                <a16:creationId xmlns:a16="http://schemas.microsoft.com/office/drawing/2014/main" id="{0FBE8B44-8E16-ABC1-734B-F9D0DFDB7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EE6009A-55F1-EBFA-F14C-E5456342C9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8DD4BC-DCBF-4EEF-A357-F5B23ADAB452}" type="slidenum">
              <a:rPr lang="en-IN" smtClean="0"/>
              <a:t>‹#›</a:t>
            </a:fld>
            <a:endParaRPr lang="en-IN"/>
          </a:p>
        </p:txBody>
      </p:sp>
    </p:spTree>
    <p:extLst>
      <p:ext uri="{BB962C8B-B14F-4D97-AF65-F5344CB8AC3E}">
        <p14:creationId xmlns:p14="http://schemas.microsoft.com/office/powerpoint/2010/main" val="3231082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B11AE79-F2BD-AA68-454B-A6FD341DE6FD}"/>
              </a:ext>
            </a:extLst>
          </p:cNvPr>
          <p:cNvSpPr>
            <a:spLocks noGrp="1"/>
          </p:cNvSpPr>
          <p:nvPr>
            <p:ph type="subTitle" idx="1"/>
          </p:nvPr>
        </p:nvSpPr>
        <p:spPr>
          <a:xfrm>
            <a:off x="1524000" y="4582160"/>
            <a:ext cx="9144000" cy="675640"/>
          </a:xfrm>
        </p:spPr>
        <p:txBody>
          <a:bodyPr/>
          <a:lstStyle/>
          <a:p>
            <a:r>
              <a:rPr lang="en-US" dirty="0"/>
              <a:t>Add </a:t>
            </a:r>
            <a:r>
              <a:rPr lang="en-US" dirty="0" err="1"/>
              <a:t>robo</a:t>
            </a:r>
            <a:r>
              <a:rPr lang="en-US" dirty="0"/>
              <a:t> pics in this slides</a:t>
            </a:r>
            <a:endParaRPr lang="en-IN" dirty="0"/>
          </a:p>
        </p:txBody>
      </p:sp>
      <p:pic>
        <p:nvPicPr>
          <p:cNvPr id="9" name="Picture 8">
            <a:extLst>
              <a:ext uri="{FF2B5EF4-FFF2-40B4-BE49-F238E27FC236}">
                <a16:creationId xmlns:a16="http://schemas.microsoft.com/office/drawing/2014/main" id="{28F0AD64-D8DD-265F-E418-4A18B115F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392040"/>
            <a:ext cx="8199120" cy="3948060"/>
          </a:xfrm>
          <a:prstGeom prst="rect">
            <a:avLst/>
          </a:prstGeom>
        </p:spPr>
      </p:pic>
    </p:spTree>
    <p:extLst>
      <p:ext uri="{BB962C8B-B14F-4D97-AF65-F5344CB8AC3E}">
        <p14:creationId xmlns:p14="http://schemas.microsoft.com/office/powerpoint/2010/main" val="13431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1467-D2E7-7C43-3A60-7E94E64483F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F7EAE08-5D94-BC14-B70E-B45CB19B1DCE}"/>
              </a:ext>
            </a:extLst>
          </p:cNvPr>
          <p:cNvSpPr>
            <a:spLocks noGrp="1"/>
          </p:cNvSpPr>
          <p:nvPr>
            <p:ph type="subTitle" idx="1"/>
          </p:nvPr>
        </p:nvSpPr>
        <p:spPr>
          <a:xfrm>
            <a:off x="4739148" y="270176"/>
            <a:ext cx="5532612" cy="6336825"/>
          </a:xfrm>
        </p:spPr>
        <p:txBody>
          <a:bodyPr>
            <a:normAutofit fontScale="92500"/>
          </a:bodyPr>
          <a:lstStyle/>
          <a:p>
            <a:pPr algn="just">
              <a:lnSpc>
                <a:spcPct val="120000"/>
              </a:lnSpc>
            </a:pPr>
            <a:r>
              <a:rPr lang="en-IN" sz="1000" b="1" dirty="0"/>
              <a:t>Dr. E. Vimalakar Reddy</a:t>
            </a:r>
          </a:p>
          <a:p>
            <a:pPr algn="just">
              <a:lnSpc>
                <a:spcPct val="120000"/>
              </a:lnSpc>
            </a:pPr>
            <a:r>
              <a:rPr lang="en-IN" sz="1000" b="1" dirty="0"/>
              <a:t>MBBS, DNB (Gen. Surg.), DNB (Surg. Gastro.), FACS (USA)</a:t>
            </a:r>
          </a:p>
          <a:p>
            <a:pPr algn="just">
              <a:lnSpc>
                <a:spcPct val="120000"/>
              </a:lnSpc>
            </a:pPr>
            <a:r>
              <a:rPr lang="en-IN" sz="1000" b="1" dirty="0"/>
              <a:t>Sr Consultant &amp; HOD</a:t>
            </a:r>
          </a:p>
          <a:p>
            <a:pPr algn="just">
              <a:lnSpc>
                <a:spcPct val="120000"/>
              </a:lnSpc>
            </a:pPr>
            <a:r>
              <a:rPr lang="en-IN" sz="1000" b="1" dirty="0"/>
              <a:t>Dept. of Surgical Gastroenterology, Hepato-</a:t>
            </a:r>
            <a:r>
              <a:rPr lang="en-IN" sz="1000" b="1" dirty="0" err="1"/>
              <a:t>Pancreatico</a:t>
            </a:r>
            <a:r>
              <a:rPr lang="en-IN" sz="1000" b="1" dirty="0"/>
              <a:t>-Biliary, Colorectal, GI Oncology, Bariatrics, Advanced Laparoscopy &amp; Liver Transplantation</a:t>
            </a:r>
          </a:p>
          <a:p>
            <a:pPr algn="just">
              <a:lnSpc>
                <a:spcPct val="120000"/>
              </a:lnSpc>
            </a:pPr>
            <a:r>
              <a:rPr lang="en-IN" sz="1000" b="1" dirty="0"/>
              <a:t>Apollo Hospitals, Jubilee Hills, Hyderabad</a:t>
            </a:r>
          </a:p>
          <a:p>
            <a:pPr algn="just">
              <a:lnSpc>
                <a:spcPct val="120000"/>
              </a:lnSpc>
            </a:pPr>
            <a:r>
              <a:rPr lang="en-IN" sz="1000" dirty="0"/>
              <a:t>I was raised in a lower-middle-class family with an agricultural background in the small village of </a:t>
            </a:r>
            <a:r>
              <a:rPr lang="en-IN" sz="1000" dirty="0" err="1"/>
              <a:t>Wadyal</a:t>
            </a:r>
            <a:r>
              <a:rPr lang="en-IN" sz="1000" dirty="0"/>
              <a:t>, Adilabad district, Telangana, India. Being the first to be educated in my family, I did my schooling at a Government school in </a:t>
            </a:r>
            <a:r>
              <a:rPr lang="en-IN" sz="1000" dirty="0" err="1"/>
              <a:t>Wadyal</a:t>
            </a:r>
            <a:r>
              <a:rPr lang="en-IN" sz="1000" dirty="0"/>
              <a:t>. My interest in the medical field helped me obtain a high score in EAMCET and graduate from an esteemed institution – Gandhi Medical College, Hyderabad, India. My passion and love for surgery motivated me to take up DNB General Surgery at Kamineni Hospital, where I developed a special interest in the hepatobiliary system. My long-held dream came true when I took up DNB Surgical Gastroenterology at MMHRC in Madurai, where I was nurtured and shaped into the person that I am today.</a:t>
            </a:r>
          </a:p>
          <a:p>
            <a:pPr algn="just">
              <a:lnSpc>
                <a:spcPct val="120000"/>
              </a:lnSpc>
            </a:pPr>
            <a:r>
              <a:rPr lang="en-IN" sz="1000" dirty="0"/>
              <a:t>As a young and enthusiastic surgeon, I joined Sunshine Hospital, </a:t>
            </a:r>
            <a:r>
              <a:rPr lang="en-IN" sz="1000" dirty="0" err="1"/>
              <a:t>Secunderabad</a:t>
            </a:r>
            <a:r>
              <a:rPr lang="en-IN" sz="1000" dirty="0"/>
              <a:t>, as a Consultant in the Department of Surgical Gastroenterology. Over the years, I developed my team and trained them in minimally invasive and bariatric surgeries, and established a successfully running liver transplant program at the same institute. Six years after joining Sunshine Hospital, the institution became KIMS-Sunshine Hospitals, where I continued my journey and expanded my clinical, academic and surgical practice. After a decade of dedicated service with the institution, I moved to Apollo Hospitals, Jubilee Hills, Hyderabad, in 2026, marking the beginning of a new chapter in my professional journey.</a:t>
            </a:r>
          </a:p>
          <a:p>
            <a:pPr algn="just">
              <a:lnSpc>
                <a:spcPct val="120000"/>
              </a:lnSpc>
            </a:pPr>
            <a:r>
              <a:rPr lang="en-IN" sz="1000" dirty="0"/>
              <a:t>My motive to be a humane doctor made me extend my services to the underprivileged. This was achieved by educating my patients and using them as a tool to educate the community via peer group meetings, along with the use of social media. My passion for teaching the budding surgeons of my country led me to organize numerous workshops on various intricate surgeries, publish numerous articles, and give lectures in both national and international forums in the simplest of languages to help people understand them better. I serve as the chief reviewer for both national and international journals and serve as a primary investigator for numerous current studies. I have authored many topics in surgical gastroenterology textbooks.</a:t>
            </a:r>
          </a:p>
          <a:p>
            <a:pPr algn="just">
              <a:lnSpc>
                <a:spcPct val="120000"/>
              </a:lnSpc>
            </a:pPr>
            <a:r>
              <a:rPr lang="en-IN" sz="1000" dirty="0"/>
              <a:t>My love for poetry led to composing many poems in my mother tongue (Telugu), and I later released a book, “Kavi </a:t>
            </a:r>
            <a:r>
              <a:rPr lang="en-IN" sz="1000" dirty="0" err="1"/>
              <a:t>Rayani</a:t>
            </a:r>
            <a:r>
              <a:rPr lang="en-IN" sz="1000" dirty="0"/>
              <a:t> </a:t>
            </a:r>
            <a:r>
              <a:rPr lang="en-IN" sz="1000" dirty="0" err="1"/>
              <a:t>Kavithalu</a:t>
            </a:r>
            <a:r>
              <a:rPr lang="en-IN" sz="1000" dirty="0"/>
              <a:t>.” I have been </a:t>
            </a:r>
            <a:r>
              <a:rPr lang="en-IN" sz="1000" dirty="0" err="1"/>
              <a:t>honored</a:t>
            </a:r>
            <a:r>
              <a:rPr lang="en-IN" sz="1000" dirty="0"/>
              <a:t> with “Vaidya Shree” and “Best Doctor” awards in the year 2020. In the year 2021, I was given the title Fellow of the American College of Surgeons (FACS).</a:t>
            </a:r>
          </a:p>
        </p:txBody>
      </p:sp>
      <p:pic>
        <p:nvPicPr>
          <p:cNvPr id="4" name="Picture 3">
            <a:extLst>
              <a:ext uri="{FF2B5EF4-FFF2-40B4-BE49-F238E27FC236}">
                <a16:creationId xmlns:a16="http://schemas.microsoft.com/office/drawing/2014/main" id="{662F7040-24D1-CFCD-EF6F-D8186975A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47" y="270176"/>
            <a:ext cx="4337487" cy="2269824"/>
          </a:xfrm>
          <a:prstGeom prst="rect">
            <a:avLst/>
          </a:prstGeom>
        </p:spPr>
      </p:pic>
      <p:sp>
        <p:nvSpPr>
          <p:cNvPr id="2" name="TextBox 1">
            <a:extLst>
              <a:ext uri="{FF2B5EF4-FFF2-40B4-BE49-F238E27FC236}">
                <a16:creationId xmlns:a16="http://schemas.microsoft.com/office/drawing/2014/main" id="{61A11E4A-6397-D34A-1265-6D2620ECC0B8}"/>
              </a:ext>
            </a:extLst>
          </p:cNvPr>
          <p:cNvSpPr txBox="1"/>
          <p:nvPr/>
        </p:nvSpPr>
        <p:spPr>
          <a:xfrm>
            <a:off x="619760" y="3429000"/>
            <a:ext cx="3373120" cy="369332"/>
          </a:xfrm>
          <a:prstGeom prst="rect">
            <a:avLst/>
          </a:prstGeom>
          <a:noFill/>
        </p:spPr>
        <p:txBody>
          <a:bodyPr wrap="square" rtlCol="0">
            <a:spAutoFit/>
          </a:bodyPr>
          <a:lstStyle/>
          <a:p>
            <a:r>
              <a:rPr lang="en-US" dirty="0"/>
              <a:t>Update the Bio to this.</a:t>
            </a:r>
            <a:endParaRPr lang="en-IN" dirty="0"/>
          </a:p>
        </p:txBody>
      </p:sp>
    </p:spTree>
    <p:extLst>
      <p:ext uri="{BB962C8B-B14F-4D97-AF65-F5344CB8AC3E}">
        <p14:creationId xmlns:p14="http://schemas.microsoft.com/office/powerpoint/2010/main" val="3952851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B41D7-2ACC-9105-E067-81E88517EF2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B8841ED-019D-B04F-05E4-9ABE172CF40D}"/>
              </a:ext>
            </a:extLst>
          </p:cNvPr>
          <p:cNvSpPr>
            <a:spLocks noGrp="1"/>
          </p:cNvSpPr>
          <p:nvPr>
            <p:ph type="subTitle" idx="1"/>
          </p:nvPr>
        </p:nvSpPr>
        <p:spPr>
          <a:xfrm>
            <a:off x="1524000" y="4419600"/>
            <a:ext cx="9144000" cy="838200"/>
          </a:xfrm>
        </p:spPr>
        <p:txBody>
          <a:bodyPr/>
          <a:lstStyle/>
          <a:p>
            <a:r>
              <a:rPr lang="en-US" dirty="0"/>
              <a:t>Put correct </a:t>
            </a:r>
            <a:r>
              <a:rPr lang="en-US" dirty="0" err="1"/>
              <a:t>pincode</a:t>
            </a:r>
            <a:r>
              <a:rPr lang="en-US" dirty="0"/>
              <a:t> of Jubilee hills</a:t>
            </a:r>
            <a:endParaRPr lang="en-IN" dirty="0"/>
          </a:p>
        </p:txBody>
      </p:sp>
      <p:pic>
        <p:nvPicPr>
          <p:cNvPr id="4" name="Picture 3">
            <a:extLst>
              <a:ext uri="{FF2B5EF4-FFF2-40B4-BE49-F238E27FC236}">
                <a16:creationId xmlns:a16="http://schemas.microsoft.com/office/drawing/2014/main" id="{342989F6-73B0-A7FC-853D-1F628D2D8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952" y="350350"/>
            <a:ext cx="6172735" cy="3696020"/>
          </a:xfrm>
          <a:prstGeom prst="rect">
            <a:avLst/>
          </a:prstGeom>
        </p:spPr>
      </p:pic>
    </p:spTree>
    <p:extLst>
      <p:ext uri="{BB962C8B-B14F-4D97-AF65-F5344CB8AC3E}">
        <p14:creationId xmlns:p14="http://schemas.microsoft.com/office/powerpoint/2010/main" val="2571871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66709-C045-A93D-CD73-489539FDAE9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8527191-22A8-193B-FFB7-109CA266F3DA}"/>
              </a:ext>
            </a:extLst>
          </p:cNvPr>
          <p:cNvSpPr>
            <a:spLocks noGrp="1"/>
          </p:cNvSpPr>
          <p:nvPr>
            <p:ph type="subTitle" idx="1"/>
          </p:nvPr>
        </p:nvSpPr>
        <p:spPr>
          <a:xfrm>
            <a:off x="1524000" y="4470400"/>
            <a:ext cx="9144000" cy="787400"/>
          </a:xfrm>
        </p:spPr>
        <p:txBody>
          <a:bodyPr/>
          <a:lstStyle/>
          <a:p>
            <a:r>
              <a:rPr lang="en-US" dirty="0"/>
              <a:t>Add Robotic assisted surgery</a:t>
            </a:r>
            <a:endParaRPr lang="en-IN" dirty="0"/>
          </a:p>
        </p:txBody>
      </p:sp>
      <p:pic>
        <p:nvPicPr>
          <p:cNvPr id="4" name="Picture 3">
            <a:extLst>
              <a:ext uri="{FF2B5EF4-FFF2-40B4-BE49-F238E27FC236}">
                <a16:creationId xmlns:a16="http://schemas.microsoft.com/office/drawing/2014/main" id="{06D3C10D-64C0-8570-581E-65BCE8D7D7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8240" y="283865"/>
            <a:ext cx="8675520" cy="3725714"/>
          </a:xfrm>
          <a:prstGeom prst="rect">
            <a:avLst/>
          </a:prstGeom>
        </p:spPr>
      </p:pic>
    </p:spTree>
    <p:extLst>
      <p:ext uri="{BB962C8B-B14F-4D97-AF65-F5344CB8AC3E}">
        <p14:creationId xmlns:p14="http://schemas.microsoft.com/office/powerpoint/2010/main" val="2149558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0A969-1ADB-1FE0-AAD0-7384C4A72D2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5328C97-F648-5558-62A9-0044CDEBB615}"/>
              </a:ext>
            </a:extLst>
          </p:cNvPr>
          <p:cNvSpPr>
            <a:spLocks noGrp="1"/>
          </p:cNvSpPr>
          <p:nvPr>
            <p:ph type="subTitle" idx="1"/>
          </p:nvPr>
        </p:nvSpPr>
        <p:spPr>
          <a:xfrm>
            <a:off x="1524000" y="4104640"/>
            <a:ext cx="9144000" cy="1153160"/>
          </a:xfrm>
        </p:spPr>
        <p:txBody>
          <a:bodyPr>
            <a:normAutofit fontScale="92500" lnSpcReduction="20000"/>
          </a:bodyPr>
          <a:lstStyle/>
          <a:p>
            <a:r>
              <a:rPr lang="en-US" dirty="0"/>
              <a:t>Remove </a:t>
            </a:r>
            <a:r>
              <a:rPr lang="en-US" dirty="0" err="1"/>
              <a:t>secunderabad</a:t>
            </a:r>
            <a:r>
              <a:rPr lang="en-US" dirty="0"/>
              <a:t>.</a:t>
            </a:r>
          </a:p>
          <a:p>
            <a:endParaRPr lang="en-US" dirty="0"/>
          </a:p>
          <a:p>
            <a:r>
              <a:rPr lang="en-US" dirty="0"/>
              <a:t>Add robotic surgery in circles</a:t>
            </a:r>
            <a:endParaRPr lang="en-IN" dirty="0"/>
          </a:p>
        </p:txBody>
      </p:sp>
      <p:pic>
        <p:nvPicPr>
          <p:cNvPr id="4" name="Picture 3">
            <a:extLst>
              <a:ext uri="{FF2B5EF4-FFF2-40B4-BE49-F238E27FC236}">
                <a16:creationId xmlns:a16="http://schemas.microsoft.com/office/drawing/2014/main" id="{0803A604-BD1B-F145-0C2E-90553062F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1316" y="371549"/>
            <a:ext cx="6548924" cy="3457428"/>
          </a:xfrm>
          <a:prstGeom prst="rect">
            <a:avLst/>
          </a:prstGeom>
        </p:spPr>
      </p:pic>
    </p:spTree>
    <p:extLst>
      <p:ext uri="{BB962C8B-B14F-4D97-AF65-F5344CB8AC3E}">
        <p14:creationId xmlns:p14="http://schemas.microsoft.com/office/powerpoint/2010/main" val="3440412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32D1F-D6F1-9DA5-0E2D-593BCAC52C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4D67B2E-173E-6B99-D005-8DF9A7BCDE19}"/>
              </a:ext>
            </a:extLst>
          </p:cNvPr>
          <p:cNvSpPr>
            <a:spLocks noGrp="1"/>
          </p:cNvSpPr>
          <p:nvPr>
            <p:ph type="subTitle" idx="1"/>
          </p:nvPr>
        </p:nvSpPr>
        <p:spPr>
          <a:xfrm>
            <a:off x="1524000" y="4572000"/>
            <a:ext cx="9144000" cy="685800"/>
          </a:xfrm>
        </p:spPr>
        <p:txBody>
          <a:bodyPr/>
          <a:lstStyle/>
          <a:p>
            <a:r>
              <a:rPr lang="en-US" dirty="0"/>
              <a:t>Put Ted book 1</a:t>
            </a:r>
            <a:r>
              <a:rPr lang="en-US" baseline="30000" dirty="0"/>
              <a:t>st</a:t>
            </a:r>
            <a:r>
              <a:rPr lang="en-US" dirty="0"/>
              <a:t> , followed by Telugu book</a:t>
            </a:r>
            <a:endParaRPr lang="en-IN" dirty="0"/>
          </a:p>
        </p:txBody>
      </p:sp>
      <p:pic>
        <p:nvPicPr>
          <p:cNvPr id="5" name="Picture 4">
            <a:extLst>
              <a:ext uri="{FF2B5EF4-FFF2-40B4-BE49-F238E27FC236}">
                <a16:creationId xmlns:a16="http://schemas.microsoft.com/office/drawing/2014/main" id="{C6C0E436-C959-D839-D311-520BE214D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6317" y="195324"/>
            <a:ext cx="6943846" cy="3943875"/>
          </a:xfrm>
          <a:prstGeom prst="rect">
            <a:avLst/>
          </a:prstGeom>
        </p:spPr>
      </p:pic>
    </p:spTree>
    <p:extLst>
      <p:ext uri="{BB962C8B-B14F-4D97-AF65-F5344CB8AC3E}">
        <p14:creationId xmlns:p14="http://schemas.microsoft.com/office/powerpoint/2010/main" val="2705720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810B1-1965-5A38-5C11-5621418FBDA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C3DB57-52F4-C6DA-0BB8-19B8D0EC6BFF}"/>
              </a:ext>
            </a:extLst>
          </p:cNvPr>
          <p:cNvSpPr>
            <a:spLocks noGrp="1"/>
          </p:cNvSpPr>
          <p:nvPr>
            <p:ph type="subTitle" idx="1"/>
          </p:nvPr>
        </p:nvSpPr>
        <p:spPr>
          <a:xfrm>
            <a:off x="1524000" y="4348480"/>
            <a:ext cx="9144000" cy="909320"/>
          </a:xfrm>
        </p:spPr>
        <p:txBody>
          <a:bodyPr/>
          <a:lstStyle/>
          <a:p>
            <a:r>
              <a:rPr lang="en-US" dirty="0"/>
              <a:t>Take new reviews and add</a:t>
            </a:r>
            <a:endParaRPr lang="en-IN" dirty="0"/>
          </a:p>
        </p:txBody>
      </p:sp>
      <p:pic>
        <p:nvPicPr>
          <p:cNvPr id="4" name="Picture 3">
            <a:extLst>
              <a:ext uri="{FF2B5EF4-FFF2-40B4-BE49-F238E27FC236}">
                <a16:creationId xmlns:a16="http://schemas.microsoft.com/office/drawing/2014/main" id="{1A5F91B1-6DB2-26DA-8C5F-020A92C1C1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040" y="430808"/>
            <a:ext cx="8109520" cy="3023592"/>
          </a:xfrm>
          <a:prstGeom prst="rect">
            <a:avLst/>
          </a:prstGeom>
        </p:spPr>
      </p:pic>
    </p:spTree>
    <p:extLst>
      <p:ext uri="{BB962C8B-B14F-4D97-AF65-F5344CB8AC3E}">
        <p14:creationId xmlns:p14="http://schemas.microsoft.com/office/powerpoint/2010/main" val="2146169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1AE0-F711-ECD3-2B66-96AC21AB625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DE46ECF-7B8A-0FF0-231C-32388F576B5F}"/>
              </a:ext>
            </a:extLst>
          </p:cNvPr>
          <p:cNvSpPr>
            <a:spLocks noGrp="1"/>
          </p:cNvSpPr>
          <p:nvPr>
            <p:ph type="subTitle" idx="1"/>
          </p:nvPr>
        </p:nvSpPr>
        <p:spPr>
          <a:xfrm>
            <a:off x="1524000" y="4358640"/>
            <a:ext cx="9144000" cy="899160"/>
          </a:xfrm>
        </p:spPr>
        <p:txBody>
          <a:bodyPr/>
          <a:lstStyle/>
          <a:p>
            <a:r>
              <a:rPr lang="en-US" dirty="0"/>
              <a:t>Add new photos</a:t>
            </a:r>
            <a:endParaRPr lang="en-IN" dirty="0"/>
          </a:p>
        </p:txBody>
      </p:sp>
      <p:pic>
        <p:nvPicPr>
          <p:cNvPr id="4" name="Picture 3">
            <a:extLst>
              <a:ext uri="{FF2B5EF4-FFF2-40B4-BE49-F238E27FC236}">
                <a16:creationId xmlns:a16="http://schemas.microsoft.com/office/drawing/2014/main" id="{E52E6C86-CC4A-DDEB-F086-B1676BEEF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240" y="373906"/>
            <a:ext cx="8259520" cy="3906111"/>
          </a:xfrm>
          <a:prstGeom prst="rect">
            <a:avLst/>
          </a:prstGeom>
        </p:spPr>
      </p:pic>
    </p:spTree>
    <p:extLst>
      <p:ext uri="{BB962C8B-B14F-4D97-AF65-F5344CB8AC3E}">
        <p14:creationId xmlns:p14="http://schemas.microsoft.com/office/powerpoint/2010/main" val="2516082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FF7E-1ABC-9022-F1BF-A570568F628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43C1894-2552-E770-BE8E-C09DD076C8F6}"/>
              </a:ext>
            </a:extLst>
          </p:cNvPr>
          <p:cNvSpPr>
            <a:spLocks noGrp="1"/>
          </p:cNvSpPr>
          <p:nvPr>
            <p:ph type="subTitle" idx="1"/>
          </p:nvPr>
        </p:nvSpPr>
        <p:spPr>
          <a:xfrm>
            <a:off x="1524000" y="4419600"/>
            <a:ext cx="9144000" cy="838200"/>
          </a:xfrm>
        </p:spPr>
        <p:txBody>
          <a:bodyPr/>
          <a:lstStyle/>
          <a:p>
            <a:r>
              <a:rPr lang="en-US" dirty="0"/>
              <a:t>Add some new photos</a:t>
            </a:r>
            <a:endParaRPr lang="en-IN" dirty="0"/>
          </a:p>
        </p:txBody>
      </p:sp>
      <p:pic>
        <p:nvPicPr>
          <p:cNvPr id="4" name="Picture 3">
            <a:extLst>
              <a:ext uri="{FF2B5EF4-FFF2-40B4-BE49-F238E27FC236}">
                <a16:creationId xmlns:a16="http://schemas.microsoft.com/office/drawing/2014/main" id="{40CCF246-0950-3396-269A-87F8377546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5400" y="471180"/>
            <a:ext cx="7881200" cy="3446913"/>
          </a:xfrm>
          <a:prstGeom prst="rect">
            <a:avLst/>
          </a:prstGeom>
        </p:spPr>
      </p:pic>
    </p:spTree>
    <p:extLst>
      <p:ext uri="{BB962C8B-B14F-4D97-AF65-F5344CB8AC3E}">
        <p14:creationId xmlns:p14="http://schemas.microsoft.com/office/powerpoint/2010/main" val="1586288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A7BD-119D-FE27-4F47-EB03D0746F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4A7B2E5-482A-9F71-EAD4-EB64A74CC40D}"/>
              </a:ext>
            </a:extLst>
          </p:cNvPr>
          <p:cNvSpPr>
            <a:spLocks noGrp="1"/>
          </p:cNvSpPr>
          <p:nvPr>
            <p:ph type="subTitle" idx="1"/>
          </p:nvPr>
        </p:nvSpPr>
        <p:spPr>
          <a:xfrm>
            <a:off x="1524000" y="4389120"/>
            <a:ext cx="9144000" cy="868680"/>
          </a:xfrm>
        </p:spPr>
        <p:txBody>
          <a:bodyPr/>
          <a:lstStyle/>
          <a:p>
            <a:r>
              <a:rPr lang="en-US" dirty="0"/>
              <a:t>Add robotic photos and matter</a:t>
            </a:r>
            <a:endParaRPr lang="en-IN" dirty="0"/>
          </a:p>
        </p:txBody>
      </p:sp>
      <p:pic>
        <p:nvPicPr>
          <p:cNvPr id="4" name="Picture 3">
            <a:extLst>
              <a:ext uri="{FF2B5EF4-FFF2-40B4-BE49-F238E27FC236}">
                <a16:creationId xmlns:a16="http://schemas.microsoft.com/office/drawing/2014/main" id="{D40FBE7A-C05C-8EBB-0B24-B9EB1E9A71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0880" y="199578"/>
            <a:ext cx="7970240" cy="3883952"/>
          </a:xfrm>
          <a:prstGeom prst="rect">
            <a:avLst/>
          </a:prstGeom>
        </p:spPr>
      </p:pic>
    </p:spTree>
    <p:extLst>
      <p:ext uri="{BB962C8B-B14F-4D97-AF65-F5344CB8AC3E}">
        <p14:creationId xmlns:p14="http://schemas.microsoft.com/office/powerpoint/2010/main" val="222323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C8433-3B6A-BAEF-A8D1-0DEDA3A592A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2BF4165-9E21-92B3-5A31-3C393CEFD61A}"/>
              </a:ext>
            </a:extLst>
          </p:cNvPr>
          <p:cNvSpPr>
            <a:spLocks noGrp="1"/>
          </p:cNvSpPr>
          <p:nvPr>
            <p:ph type="subTitle" idx="1"/>
          </p:nvPr>
        </p:nvSpPr>
        <p:spPr>
          <a:xfrm>
            <a:off x="1524000" y="4612640"/>
            <a:ext cx="9144000" cy="645160"/>
          </a:xfrm>
        </p:spPr>
        <p:txBody>
          <a:bodyPr/>
          <a:lstStyle/>
          <a:p>
            <a:r>
              <a:rPr lang="en-US" dirty="0"/>
              <a:t>Change Team Photo</a:t>
            </a:r>
            <a:endParaRPr lang="en-IN" dirty="0"/>
          </a:p>
        </p:txBody>
      </p:sp>
      <p:pic>
        <p:nvPicPr>
          <p:cNvPr id="4" name="Picture 3">
            <a:extLst>
              <a:ext uri="{FF2B5EF4-FFF2-40B4-BE49-F238E27FC236}">
                <a16:creationId xmlns:a16="http://schemas.microsoft.com/office/drawing/2014/main" id="{B85E2468-BEA9-3209-A1B6-B200CD6BE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2920" y="460016"/>
            <a:ext cx="7226160" cy="3468396"/>
          </a:xfrm>
          <a:prstGeom prst="rect">
            <a:avLst/>
          </a:prstGeom>
        </p:spPr>
      </p:pic>
    </p:spTree>
    <p:extLst>
      <p:ext uri="{BB962C8B-B14F-4D97-AF65-F5344CB8AC3E}">
        <p14:creationId xmlns:p14="http://schemas.microsoft.com/office/powerpoint/2010/main" val="3902749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35BBE-3A36-8F77-3D21-8CEC3E5A376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E7E2F7D-989B-3968-217B-58D023E4C428}"/>
              </a:ext>
            </a:extLst>
          </p:cNvPr>
          <p:cNvSpPr>
            <a:spLocks noGrp="1"/>
          </p:cNvSpPr>
          <p:nvPr>
            <p:ph type="subTitle" idx="1"/>
          </p:nvPr>
        </p:nvSpPr>
        <p:spPr/>
        <p:txBody>
          <a:bodyPr/>
          <a:lstStyle/>
          <a:p>
            <a:r>
              <a:rPr lang="en-US" dirty="0"/>
              <a:t>Add </a:t>
            </a:r>
            <a:endParaRPr lang="en-IN" dirty="0"/>
          </a:p>
        </p:txBody>
      </p:sp>
      <p:pic>
        <p:nvPicPr>
          <p:cNvPr id="4" name="Picture 3">
            <a:extLst>
              <a:ext uri="{FF2B5EF4-FFF2-40B4-BE49-F238E27FC236}">
                <a16:creationId xmlns:a16="http://schemas.microsoft.com/office/drawing/2014/main" id="{63B2FF7F-AD31-CDB4-D2D6-3DEDE6F4FA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421" y="173170"/>
            <a:ext cx="4187491" cy="387051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3D11C06-B226-EF79-275C-3E6B9CA36C6B}"/>
                  </a:ext>
                </a:extLst>
              </p14:cNvPr>
              <p14:cNvContentPartPr/>
              <p14:nvPr/>
            </p14:nvContentPartPr>
            <p14:xfrm>
              <a:off x="5032400" y="1767760"/>
              <a:ext cx="1602360" cy="651240"/>
            </p14:xfrm>
          </p:contentPart>
        </mc:Choice>
        <mc:Fallback xmlns="">
          <p:pic>
            <p:nvPicPr>
              <p:cNvPr id="5" name="Ink 4">
                <a:extLst>
                  <a:ext uri="{FF2B5EF4-FFF2-40B4-BE49-F238E27FC236}">
                    <a16:creationId xmlns:a16="http://schemas.microsoft.com/office/drawing/2014/main" id="{F3D11C06-B226-EF79-275C-3E6B9CA36C6B}"/>
                  </a:ext>
                </a:extLst>
              </p:cNvPr>
              <p:cNvPicPr/>
              <p:nvPr/>
            </p:nvPicPr>
            <p:blipFill>
              <a:blip r:embed="rId4"/>
              <a:stretch>
                <a:fillRect/>
              </a:stretch>
            </p:blipFill>
            <p:spPr>
              <a:xfrm>
                <a:off x="5026280" y="1761640"/>
                <a:ext cx="1614600" cy="663480"/>
              </a:xfrm>
              <a:prstGeom prst="rect">
                <a:avLst/>
              </a:prstGeom>
            </p:spPr>
          </p:pic>
        </mc:Fallback>
      </mc:AlternateContent>
      <p:sp>
        <p:nvSpPr>
          <p:cNvPr id="6" name="TextBox 5">
            <a:extLst>
              <a:ext uri="{FF2B5EF4-FFF2-40B4-BE49-F238E27FC236}">
                <a16:creationId xmlns:a16="http://schemas.microsoft.com/office/drawing/2014/main" id="{E7B570F9-0A4F-EDF6-EFDD-5102D6499384}"/>
              </a:ext>
            </a:extLst>
          </p:cNvPr>
          <p:cNvSpPr txBox="1"/>
          <p:nvPr/>
        </p:nvSpPr>
        <p:spPr>
          <a:xfrm>
            <a:off x="2968421" y="4561840"/>
            <a:ext cx="4346779" cy="369332"/>
          </a:xfrm>
          <a:prstGeom prst="rect">
            <a:avLst/>
          </a:prstGeom>
          <a:noFill/>
        </p:spPr>
        <p:txBody>
          <a:bodyPr wrap="square" rtlCol="0">
            <a:spAutoFit/>
          </a:bodyPr>
          <a:lstStyle/>
          <a:p>
            <a:r>
              <a:rPr lang="en-US" dirty="0"/>
              <a:t>Add Date of appointment preview here</a:t>
            </a:r>
            <a:endParaRPr lang="en-IN" dirty="0"/>
          </a:p>
        </p:txBody>
      </p:sp>
    </p:spTree>
    <p:extLst>
      <p:ext uri="{BB962C8B-B14F-4D97-AF65-F5344CB8AC3E}">
        <p14:creationId xmlns:p14="http://schemas.microsoft.com/office/powerpoint/2010/main" val="1075262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425D2-487B-F1DB-296B-8EDC1D47BC2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7A040E3-0016-BAF8-F8DA-1A24C62DB897}"/>
              </a:ext>
            </a:extLst>
          </p:cNvPr>
          <p:cNvSpPr>
            <a:spLocks noGrp="1"/>
          </p:cNvSpPr>
          <p:nvPr>
            <p:ph type="subTitle" idx="1"/>
          </p:nvPr>
        </p:nvSpPr>
        <p:spPr>
          <a:xfrm>
            <a:off x="1524000" y="4043680"/>
            <a:ext cx="9144000" cy="1214120"/>
          </a:xfrm>
        </p:spPr>
        <p:txBody>
          <a:bodyPr>
            <a:normAutofit fontScale="92500" lnSpcReduction="10000"/>
          </a:bodyPr>
          <a:lstStyle/>
          <a:p>
            <a:r>
              <a:rPr lang="en-US" dirty="0"/>
              <a:t>Change mail everywhere in website to</a:t>
            </a:r>
          </a:p>
          <a:p>
            <a:endParaRPr lang="en-US" dirty="0"/>
          </a:p>
          <a:p>
            <a:r>
              <a:rPr lang="en-IN" dirty="0"/>
              <a:t>teamvimalakar@gmail.com</a:t>
            </a:r>
          </a:p>
        </p:txBody>
      </p:sp>
      <p:pic>
        <p:nvPicPr>
          <p:cNvPr id="4" name="Picture 3">
            <a:extLst>
              <a:ext uri="{FF2B5EF4-FFF2-40B4-BE49-F238E27FC236}">
                <a16:creationId xmlns:a16="http://schemas.microsoft.com/office/drawing/2014/main" id="{E34C4B6F-C3EC-E38C-3367-45937C7323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547" y="792925"/>
            <a:ext cx="6530906" cy="2179509"/>
          </a:xfrm>
          <a:prstGeom prst="rect">
            <a:avLst/>
          </a:prstGeom>
        </p:spPr>
      </p:pic>
    </p:spTree>
    <p:extLst>
      <p:ext uri="{BB962C8B-B14F-4D97-AF65-F5344CB8AC3E}">
        <p14:creationId xmlns:p14="http://schemas.microsoft.com/office/powerpoint/2010/main" val="2586047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3BAD1-1DAE-F6CB-98F6-5A76BA4FA87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485A5A-6362-E02D-CD4E-8E8505B2D4BB}"/>
              </a:ext>
            </a:extLst>
          </p:cNvPr>
          <p:cNvSpPr>
            <a:spLocks noGrp="1"/>
          </p:cNvSpPr>
          <p:nvPr>
            <p:ph type="subTitle" idx="1"/>
          </p:nvPr>
        </p:nvSpPr>
        <p:spPr>
          <a:xfrm>
            <a:off x="1524000" y="4114800"/>
            <a:ext cx="9144000" cy="1143000"/>
          </a:xfrm>
        </p:spPr>
        <p:txBody>
          <a:bodyPr/>
          <a:lstStyle/>
          <a:p>
            <a:r>
              <a:rPr lang="en-US" dirty="0"/>
              <a:t>Let me know where I can see if anyone booked slot</a:t>
            </a:r>
            <a:endParaRPr lang="en-IN" dirty="0"/>
          </a:p>
        </p:txBody>
      </p:sp>
      <p:pic>
        <p:nvPicPr>
          <p:cNvPr id="4" name="Picture 3">
            <a:extLst>
              <a:ext uri="{FF2B5EF4-FFF2-40B4-BE49-F238E27FC236}">
                <a16:creationId xmlns:a16="http://schemas.microsoft.com/office/drawing/2014/main" id="{70F6DD0B-BB90-CE91-BB4E-1AAC10606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6770" y="284901"/>
            <a:ext cx="6218459" cy="3673158"/>
          </a:xfrm>
          <a:prstGeom prst="rect">
            <a:avLst/>
          </a:prstGeom>
        </p:spPr>
      </p:pic>
    </p:spTree>
    <p:extLst>
      <p:ext uri="{BB962C8B-B14F-4D97-AF65-F5344CB8AC3E}">
        <p14:creationId xmlns:p14="http://schemas.microsoft.com/office/powerpoint/2010/main" val="1228553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167BF-04F7-EB31-E1BF-0F254D9CBC7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830714-65C9-4FBB-C4A0-DD16B842E559}"/>
              </a:ext>
            </a:extLst>
          </p:cNvPr>
          <p:cNvSpPr>
            <a:spLocks noGrp="1"/>
          </p:cNvSpPr>
          <p:nvPr>
            <p:ph type="subTitle" idx="1"/>
          </p:nvPr>
        </p:nvSpPr>
        <p:spPr>
          <a:xfrm>
            <a:off x="1524000" y="4500880"/>
            <a:ext cx="9144000" cy="756920"/>
          </a:xfrm>
        </p:spPr>
        <p:txBody>
          <a:bodyPr/>
          <a:lstStyle/>
          <a:p>
            <a:r>
              <a:rPr lang="en-US" dirty="0"/>
              <a:t>Remove 2 photos , 1</a:t>
            </a:r>
            <a:r>
              <a:rPr lang="en-US" baseline="30000" dirty="0"/>
              <a:t>st</a:t>
            </a:r>
            <a:r>
              <a:rPr lang="en-US" dirty="0"/>
              <a:t> one is enough</a:t>
            </a:r>
            <a:endParaRPr lang="en-IN" dirty="0"/>
          </a:p>
        </p:txBody>
      </p:sp>
      <p:pic>
        <p:nvPicPr>
          <p:cNvPr id="4" name="Picture 3">
            <a:extLst>
              <a:ext uri="{FF2B5EF4-FFF2-40B4-BE49-F238E27FC236}">
                <a16:creationId xmlns:a16="http://schemas.microsoft.com/office/drawing/2014/main" id="{490650A0-8C24-6E70-CC08-EC152C2BBD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080" y="214517"/>
            <a:ext cx="9671920" cy="3875628"/>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1735C4E3-4E4B-8A65-7129-70AFEFE63FF0}"/>
                  </a:ext>
                </a:extLst>
              </p14:cNvPr>
              <p14:cNvContentPartPr/>
              <p14:nvPr/>
            </p14:nvContentPartPr>
            <p14:xfrm>
              <a:off x="4093880" y="1299400"/>
              <a:ext cx="4957200" cy="1719360"/>
            </p14:xfrm>
          </p:contentPart>
        </mc:Choice>
        <mc:Fallback xmlns="">
          <p:pic>
            <p:nvPicPr>
              <p:cNvPr id="5" name="Ink 4">
                <a:extLst>
                  <a:ext uri="{FF2B5EF4-FFF2-40B4-BE49-F238E27FC236}">
                    <a16:creationId xmlns:a16="http://schemas.microsoft.com/office/drawing/2014/main" id="{1735C4E3-4E4B-8A65-7129-70AFEFE63FF0}"/>
                  </a:ext>
                </a:extLst>
              </p:cNvPr>
              <p:cNvPicPr/>
              <p:nvPr/>
            </p:nvPicPr>
            <p:blipFill>
              <a:blip r:embed="rId4"/>
              <a:stretch>
                <a:fillRect/>
              </a:stretch>
            </p:blipFill>
            <p:spPr>
              <a:xfrm>
                <a:off x="4087760" y="1293280"/>
                <a:ext cx="4969440" cy="1731600"/>
              </a:xfrm>
              <a:prstGeom prst="rect">
                <a:avLst/>
              </a:prstGeom>
            </p:spPr>
          </p:pic>
        </mc:Fallback>
      </mc:AlternateContent>
    </p:spTree>
    <p:extLst>
      <p:ext uri="{BB962C8B-B14F-4D97-AF65-F5344CB8AC3E}">
        <p14:creationId xmlns:p14="http://schemas.microsoft.com/office/powerpoint/2010/main" val="291791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C23C-C6E8-73CB-574A-0C0C396386F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7AB8B3F-33F6-16BA-4AD9-5D12BBC46641}"/>
              </a:ext>
            </a:extLst>
          </p:cNvPr>
          <p:cNvSpPr>
            <a:spLocks noGrp="1"/>
          </p:cNvSpPr>
          <p:nvPr>
            <p:ph type="subTitle" idx="1"/>
          </p:nvPr>
        </p:nvSpPr>
        <p:spPr>
          <a:xfrm>
            <a:off x="6391673" y="4678998"/>
            <a:ext cx="5180567" cy="533082"/>
          </a:xfrm>
        </p:spPr>
        <p:txBody>
          <a:bodyPr/>
          <a:lstStyle/>
          <a:p>
            <a:r>
              <a:rPr lang="en-US" dirty="0"/>
              <a:t>Remove photos holding alcohol</a:t>
            </a:r>
            <a:endParaRPr lang="en-IN" dirty="0"/>
          </a:p>
        </p:txBody>
      </p:sp>
      <p:pic>
        <p:nvPicPr>
          <p:cNvPr id="4" name="Picture 3">
            <a:extLst>
              <a:ext uri="{FF2B5EF4-FFF2-40B4-BE49-F238E27FC236}">
                <a16:creationId xmlns:a16="http://schemas.microsoft.com/office/drawing/2014/main" id="{F7EC23BE-082C-238C-2838-ABC65331F9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563" y="206000"/>
            <a:ext cx="4572803" cy="3223000"/>
          </a:xfrm>
          <a:prstGeom prst="rect">
            <a:avLst/>
          </a:prstGeom>
        </p:spPr>
      </p:pic>
      <p:pic>
        <p:nvPicPr>
          <p:cNvPr id="6" name="Picture 5">
            <a:extLst>
              <a:ext uri="{FF2B5EF4-FFF2-40B4-BE49-F238E27FC236}">
                <a16:creationId xmlns:a16="http://schemas.microsoft.com/office/drawing/2014/main" id="{70D3DEEB-8820-354D-A3CE-60782BCD4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579" y="282669"/>
            <a:ext cx="5921661" cy="3319369"/>
          </a:xfrm>
          <a:prstGeom prst="rect">
            <a:avLst/>
          </a:prstGeom>
        </p:spPr>
      </p:pic>
      <p:pic>
        <p:nvPicPr>
          <p:cNvPr id="8" name="Picture 7">
            <a:extLst>
              <a:ext uri="{FF2B5EF4-FFF2-40B4-BE49-F238E27FC236}">
                <a16:creationId xmlns:a16="http://schemas.microsoft.com/office/drawing/2014/main" id="{84F015E3-9FE6-725D-E315-554D72A80C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760" y="3715291"/>
            <a:ext cx="5180567" cy="2804160"/>
          </a:xfrm>
          <a:prstGeom prst="rect">
            <a:avLst/>
          </a:prstGeom>
        </p:spPr>
      </p:pic>
    </p:spTree>
    <p:extLst>
      <p:ext uri="{BB962C8B-B14F-4D97-AF65-F5344CB8AC3E}">
        <p14:creationId xmlns:p14="http://schemas.microsoft.com/office/powerpoint/2010/main" val="216896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79C0-7059-4533-16AF-D1175CEFFEE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FCF21C9-4AA1-017A-F16B-E8099BC5BEC8}"/>
              </a:ext>
            </a:extLst>
          </p:cNvPr>
          <p:cNvSpPr>
            <a:spLocks noGrp="1"/>
          </p:cNvSpPr>
          <p:nvPr>
            <p:ph type="subTitle" idx="1"/>
          </p:nvPr>
        </p:nvSpPr>
        <p:spPr>
          <a:xfrm>
            <a:off x="3746091" y="2683719"/>
            <a:ext cx="7511845" cy="1655762"/>
          </a:xfrm>
        </p:spPr>
        <p:txBody>
          <a:bodyPr/>
          <a:lstStyle/>
          <a:p>
            <a:r>
              <a:rPr lang="en-US" dirty="0"/>
              <a:t>Add Robotic surgeries option here with content inside it</a:t>
            </a:r>
            <a:endParaRPr lang="en-IN" dirty="0"/>
          </a:p>
        </p:txBody>
      </p:sp>
      <p:pic>
        <p:nvPicPr>
          <p:cNvPr id="6" name="Picture 5">
            <a:extLst>
              <a:ext uri="{FF2B5EF4-FFF2-40B4-BE49-F238E27FC236}">
                <a16:creationId xmlns:a16="http://schemas.microsoft.com/office/drawing/2014/main" id="{C766FB5A-D824-FB04-026A-0766224238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152" y="799207"/>
            <a:ext cx="2731100" cy="4933173"/>
          </a:xfrm>
          <a:prstGeom prst="rect">
            <a:avLst/>
          </a:prstGeom>
        </p:spPr>
      </p:pic>
    </p:spTree>
    <p:extLst>
      <p:ext uri="{BB962C8B-B14F-4D97-AF65-F5344CB8AC3E}">
        <p14:creationId xmlns:p14="http://schemas.microsoft.com/office/powerpoint/2010/main" val="1584867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CFD7-5474-3EFA-28C9-C41282B5BCB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3D44304-AA8B-31C5-742B-5CD963962863}"/>
              </a:ext>
            </a:extLst>
          </p:cNvPr>
          <p:cNvSpPr>
            <a:spLocks noGrp="1"/>
          </p:cNvSpPr>
          <p:nvPr>
            <p:ph type="subTitle" idx="1"/>
          </p:nvPr>
        </p:nvSpPr>
        <p:spPr>
          <a:xfrm>
            <a:off x="650240" y="3255962"/>
            <a:ext cx="3220720" cy="1244918"/>
          </a:xfrm>
        </p:spPr>
        <p:txBody>
          <a:bodyPr>
            <a:normAutofit lnSpcReduction="10000"/>
          </a:bodyPr>
          <a:lstStyle/>
          <a:p>
            <a:endParaRPr lang="en-US" dirty="0"/>
          </a:p>
          <a:p>
            <a:r>
              <a:rPr lang="en-US" dirty="0"/>
              <a:t>Dr. Jayanth </a:t>
            </a:r>
            <a:r>
              <a:rPr lang="en-US" dirty="0" err="1"/>
              <a:t>Engaladas</a:t>
            </a:r>
            <a:endParaRPr lang="en-US" dirty="0"/>
          </a:p>
          <a:p>
            <a:r>
              <a:rPr lang="en-US" dirty="0"/>
              <a:t>Clinical Assistant</a:t>
            </a:r>
          </a:p>
          <a:p>
            <a:endParaRPr lang="en-US" dirty="0"/>
          </a:p>
        </p:txBody>
      </p:sp>
      <p:pic>
        <p:nvPicPr>
          <p:cNvPr id="4" name="Picture 3">
            <a:extLst>
              <a:ext uri="{FF2B5EF4-FFF2-40B4-BE49-F238E27FC236}">
                <a16:creationId xmlns:a16="http://schemas.microsoft.com/office/drawing/2014/main" id="{3FF48BF0-AE0A-EC2E-838C-533C43E4C7CF}"/>
              </a:ext>
            </a:extLst>
          </p:cNvPr>
          <p:cNvPicPr>
            <a:picLocks noChangeAspect="1"/>
          </p:cNvPicPr>
          <p:nvPr/>
        </p:nvPicPr>
        <p:blipFill>
          <a:blip r:embed="rId2">
            <a:extLst>
              <a:ext uri="{28A0092B-C50C-407E-A947-70E740481C1C}">
                <a14:useLocalDpi xmlns:a14="http://schemas.microsoft.com/office/drawing/2010/main" val="0"/>
              </a:ext>
            </a:extLst>
          </a:blip>
          <a:srcRect t="6881" b="8534"/>
          <a:stretch>
            <a:fillRect/>
          </a:stretch>
        </p:blipFill>
        <p:spPr>
          <a:xfrm>
            <a:off x="1986280" y="90803"/>
            <a:ext cx="8895080" cy="3165159"/>
          </a:xfrm>
          <a:prstGeom prst="rect">
            <a:avLst/>
          </a:prstGeom>
        </p:spPr>
      </p:pic>
      <p:sp>
        <p:nvSpPr>
          <p:cNvPr id="5" name="Subtitle 2">
            <a:extLst>
              <a:ext uri="{FF2B5EF4-FFF2-40B4-BE49-F238E27FC236}">
                <a16:creationId xmlns:a16="http://schemas.microsoft.com/office/drawing/2014/main" id="{301D001F-5D81-F436-96CC-4D8953B7279A}"/>
              </a:ext>
            </a:extLst>
          </p:cNvPr>
          <p:cNvSpPr txBox="1">
            <a:spLocks/>
          </p:cNvSpPr>
          <p:nvPr/>
        </p:nvSpPr>
        <p:spPr>
          <a:xfrm>
            <a:off x="741680" y="4505642"/>
            <a:ext cx="303784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a:p>
            <a:r>
              <a:rPr lang="en-US" dirty="0"/>
              <a:t>Dr. Pavan Kumar G</a:t>
            </a:r>
          </a:p>
          <a:p>
            <a:r>
              <a:rPr lang="en-US" dirty="0"/>
              <a:t>Clinical Assistant</a:t>
            </a:r>
          </a:p>
          <a:p>
            <a:endParaRPr lang="en-US" dirty="0"/>
          </a:p>
        </p:txBody>
      </p:sp>
      <p:sp>
        <p:nvSpPr>
          <p:cNvPr id="6" name="Subtitle 2">
            <a:extLst>
              <a:ext uri="{FF2B5EF4-FFF2-40B4-BE49-F238E27FC236}">
                <a16:creationId xmlns:a16="http://schemas.microsoft.com/office/drawing/2014/main" id="{7BA9AFB8-9224-B085-716B-B16A6BA2C62B}"/>
              </a:ext>
            </a:extLst>
          </p:cNvPr>
          <p:cNvSpPr txBox="1">
            <a:spLocks/>
          </p:cNvSpPr>
          <p:nvPr/>
        </p:nvSpPr>
        <p:spPr>
          <a:xfrm>
            <a:off x="4886960" y="3693319"/>
            <a:ext cx="2164080" cy="92948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t>Matchyagiri</a:t>
            </a:r>
            <a:r>
              <a:rPr lang="en-US" dirty="0"/>
              <a:t> M</a:t>
            </a:r>
          </a:p>
          <a:p>
            <a:r>
              <a:rPr lang="en-US" dirty="0"/>
              <a:t>Secretary</a:t>
            </a:r>
          </a:p>
        </p:txBody>
      </p:sp>
      <p:sp>
        <p:nvSpPr>
          <p:cNvPr id="7" name="Subtitle 2">
            <a:extLst>
              <a:ext uri="{FF2B5EF4-FFF2-40B4-BE49-F238E27FC236}">
                <a16:creationId xmlns:a16="http://schemas.microsoft.com/office/drawing/2014/main" id="{97960FA1-54C1-45DA-FD9A-537D21334135}"/>
              </a:ext>
            </a:extLst>
          </p:cNvPr>
          <p:cNvSpPr txBox="1">
            <a:spLocks/>
          </p:cNvSpPr>
          <p:nvPr/>
        </p:nvSpPr>
        <p:spPr>
          <a:xfrm>
            <a:off x="4739640" y="4983798"/>
            <a:ext cx="2458720" cy="92948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Abhishek Teja G</a:t>
            </a:r>
          </a:p>
          <a:p>
            <a:r>
              <a:rPr lang="en-US" dirty="0"/>
              <a:t>Manager</a:t>
            </a:r>
            <a:endParaRPr lang="en-IN" dirty="0"/>
          </a:p>
        </p:txBody>
      </p:sp>
      <p:sp>
        <p:nvSpPr>
          <p:cNvPr id="9" name="Subtitle 2">
            <a:extLst>
              <a:ext uri="{FF2B5EF4-FFF2-40B4-BE49-F238E27FC236}">
                <a16:creationId xmlns:a16="http://schemas.microsoft.com/office/drawing/2014/main" id="{E1A08149-610C-EDE8-1D8A-A19B2333A503}"/>
              </a:ext>
            </a:extLst>
          </p:cNvPr>
          <p:cNvSpPr txBox="1">
            <a:spLocks/>
          </p:cNvSpPr>
          <p:nvPr/>
        </p:nvSpPr>
        <p:spPr>
          <a:xfrm>
            <a:off x="8321042" y="4054317"/>
            <a:ext cx="2164080" cy="929481"/>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Change all photos  &amp; add description as I mentioned.</a:t>
            </a:r>
          </a:p>
        </p:txBody>
      </p:sp>
    </p:spTree>
    <p:extLst>
      <p:ext uri="{BB962C8B-B14F-4D97-AF65-F5344CB8AC3E}">
        <p14:creationId xmlns:p14="http://schemas.microsoft.com/office/powerpoint/2010/main" val="3935871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60CEFE-B779-D0C2-53EB-D4276DFD5B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36594" y="2397760"/>
            <a:ext cx="2679532" cy="3159760"/>
          </a:xfrm>
          <a:prstGeom prst="rect">
            <a:avLst/>
          </a:prstGeom>
        </p:spPr>
      </p:pic>
      <p:pic>
        <p:nvPicPr>
          <p:cNvPr id="9" name="Picture 8">
            <a:extLst>
              <a:ext uri="{FF2B5EF4-FFF2-40B4-BE49-F238E27FC236}">
                <a16:creationId xmlns:a16="http://schemas.microsoft.com/office/drawing/2014/main" id="{00D2B086-0577-55BF-4BB7-EE0E3B13B602}"/>
              </a:ext>
            </a:extLst>
          </p:cNvPr>
          <p:cNvPicPr>
            <a:picLocks noChangeAspect="1"/>
          </p:cNvPicPr>
          <p:nvPr/>
        </p:nvPicPr>
        <p:blipFill>
          <a:blip r:embed="rId3">
            <a:extLst>
              <a:ext uri="{28A0092B-C50C-407E-A947-70E740481C1C}">
                <a14:useLocalDpi xmlns:a14="http://schemas.microsoft.com/office/drawing/2010/main" val="0"/>
              </a:ext>
            </a:extLst>
          </a:blip>
          <a:srcRect l="22628" r="23349"/>
          <a:stretch>
            <a:fillRect/>
          </a:stretch>
        </p:blipFill>
        <p:spPr>
          <a:xfrm>
            <a:off x="8895294" y="2189976"/>
            <a:ext cx="2728846" cy="3367544"/>
          </a:xfrm>
          <a:prstGeom prst="rect">
            <a:avLst/>
          </a:prstGeom>
        </p:spPr>
      </p:pic>
      <p:pic>
        <p:nvPicPr>
          <p:cNvPr id="11" name="Picture 10">
            <a:extLst>
              <a:ext uri="{FF2B5EF4-FFF2-40B4-BE49-F238E27FC236}">
                <a16:creationId xmlns:a16="http://schemas.microsoft.com/office/drawing/2014/main" id="{691A2525-6CC2-18E9-266E-5168AA7949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5418" y="2189976"/>
            <a:ext cx="2600584" cy="3367544"/>
          </a:xfrm>
          <a:prstGeom prst="rect">
            <a:avLst/>
          </a:prstGeom>
        </p:spPr>
      </p:pic>
      <p:pic>
        <p:nvPicPr>
          <p:cNvPr id="13" name="Picture 12">
            <a:extLst>
              <a:ext uri="{FF2B5EF4-FFF2-40B4-BE49-F238E27FC236}">
                <a16:creationId xmlns:a16="http://schemas.microsoft.com/office/drawing/2014/main" id="{87D2AA0A-2D6C-CFAA-0D3F-47245CCE84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6216" y="2397760"/>
            <a:ext cx="2421086" cy="3159760"/>
          </a:xfrm>
          <a:prstGeom prst="rect">
            <a:avLst/>
          </a:prstGeom>
        </p:spPr>
      </p:pic>
      <p:sp>
        <p:nvSpPr>
          <p:cNvPr id="14" name="TextBox 13">
            <a:extLst>
              <a:ext uri="{FF2B5EF4-FFF2-40B4-BE49-F238E27FC236}">
                <a16:creationId xmlns:a16="http://schemas.microsoft.com/office/drawing/2014/main" id="{3ADC4ADC-6E90-6311-22BB-E1CE78186710}"/>
              </a:ext>
            </a:extLst>
          </p:cNvPr>
          <p:cNvSpPr txBox="1"/>
          <p:nvPr/>
        </p:nvSpPr>
        <p:spPr>
          <a:xfrm>
            <a:off x="3068320" y="599440"/>
            <a:ext cx="5364480" cy="646331"/>
          </a:xfrm>
          <a:prstGeom prst="rect">
            <a:avLst/>
          </a:prstGeom>
          <a:noFill/>
        </p:spPr>
        <p:txBody>
          <a:bodyPr wrap="square" rtlCol="0">
            <a:spAutoFit/>
          </a:bodyPr>
          <a:lstStyle/>
          <a:p>
            <a:r>
              <a:rPr lang="en-US" sz="3600" dirty="0"/>
              <a:t>Update all photos</a:t>
            </a:r>
            <a:endParaRPr lang="en-IN" sz="3600" dirty="0"/>
          </a:p>
        </p:txBody>
      </p:sp>
    </p:spTree>
    <p:extLst>
      <p:ext uri="{BB962C8B-B14F-4D97-AF65-F5344CB8AC3E}">
        <p14:creationId xmlns:p14="http://schemas.microsoft.com/office/powerpoint/2010/main" val="1104401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C4B9F-5D98-FE4F-0091-0D54D19F68C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B712AE5-B49B-D129-E84D-E13BD54F309B}"/>
              </a:ext>
            </a:extLst>
          </p:cNvPr>
          <p:cNvSpPr>
            <a:spLocks noGrp="1"/>
          </p:cNvSpPr>
          <p:nvPr>
            <p:ph type="subTitle" idx="1"/>
          </p:nvPr>
        </p:nvSpPr>
        <p:spPr>
          <a:xfrm>
            <a:off x="796413" y="3208747"/>
            <a:ext cx="6587613" cy="1655762"/>
          </a:xfrm>
        </p:spPr>
        <p:txBody>
          <a:bodyPr>
            <a:normAutofit lnSpcReduction="10000"/>
          </a:bodyPr>
          <a:lstStyle/>
          <a:p>
            <a:r>
              <a:rPr lang="en-US" dirty="0"/>
              <a:t>Remove Dr. Vishnu Completely &amp; Add </a:t>
            </a:r>
            <a:r>
              <a:rPr lang="en-US" b="1" dirty="0"/>
              <a:t>Dr. Anurag Bhavanam </a:t>
            </a:r>
            <a:r>
              <a:rPr lang="en-US" dirty="0"/>
              <a:t>Instead</a:t>
            </a:r>
          </a:p>
          <a:p>
            <a:endParaRPr lang="en-US" dirty="0"/>
          </a:p>
          <a:p>
            <a:r>
              <a:rPr lang="en-US" dirty="0"/>
              <a:t>Let the degrees be same</a:t>
            </a:r>
          </a:p>
        </p:txBody>
      </p:sp>
      <p:pic>
        <p:nvPicPr>
          <p:cNvPr id="4" name="Picture 3">
            <a:extLst>
              <a:ext uri="{FF2B5EF4-FFF2-40B4-BE49-F238E27FC236}">
                <a16:creationId xmlns:a16="http://schemas.microsoft.com/office/drawing/2014/main" id="{3433FC5D-61C7-9920-C5ED-F62E371E30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02" y="458907"/>
            <a:ext cx="3891299" cy="2453080"/>
          </a:xfrm>
          <a:prstGeom prst="rect">
            <a:avLst/>
          </a:prstGeom>
        </p:spPr>
      </p:pic>
      <p:pic>
        <p:nvPicPr>
          <p:cNvPr id="5" name="Picture 4">
            <a:extLst>
              <a:ext uri="{FF2B5EF4-FFF2-40B4-BE49-F238E27FC236}">
                <a16:creationId xmlns:a16="http://schemas.microsoft.com/office/drawing/2014/main" id="{C030DCD2-CF38-1B3A-61C2-155AFB3E4BD8}"/>
              </a:ext>
            </a:extLst>
          </p:cNvPr>
          <p:cNvPicPr>
            <a:picLocks noChangeAspect="1"/>
          </p:cNvPicPr>
          <p:nvPr/>
        </p:nvPicPr>
        <p:blipFill>
          <a:blip r:embed="rId3">
            <a:extLst>
              <a:ext uri="{28A0092B-C50C-407E-A947-70E740481C1C}">
                <a14:useLocalDpi xmlns:a14="http://schemas.microsoft.com/office/drawing/2010/main" val="0"/>
              </a:ext>
            </a:extLst>
          </a:blip>
          <a:srcRect l="22710" r="21464"/>
          <a:stretch>
            <a:fillRect/>
          </a:stretch>
        </p:blipFill>
        <p:spPr>
          <a:xfrm>
            <a:off x="8711381" y="3208747"/>
            <a:ext cx="2202426" cy="2630129"/>
          </a:xfrm>
          <a:prstGeom prst="rect">
            <a:avLst/>
          </a:prstGeom>
        </p:spPr>
      </p:pic>
    </p:spTree>
    <p:extLst>
      <p:ext uri="{BB962C8B-B14F-4D97-AF65-F5344CB8AC3E}">
        <p14:creationId xmlns:p14="http://schemas.microsoft.com/office/powerpoint/2010/main" val="4209705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D8C8-D646-6F2B-1E6D-76AB27AEA52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0C633D0-E426-F722-D99E-0916CA13B688}"/>
              </a:ext>
            </a:extLst>
          </p:cNvPr>
          <p:cNvSpPr>
            <a:spLocks noGrp="1"/>
          </p:cNvSpPr>
          <p:nvPr>
            <p:ph type="subTitle" idx="1"/>
          </p:nvPr>
        </p:nvSpPr>
        <p:spPr/>
        <p:txBody>
          <a:bodyPr/>
          <a:lstStyle/>
          <a:p>
            <a:r>
              <a:rPr lang="en-US" dirty="0"/>
              <a:t>Add robotic surgeries</a:t>
            </a:r>
            <a:endParaRPr lang="en-IN" dirty="0"/>
          </a:p>
        </p:txBody>
      </p:sp>
      <p:pic>
        <p:nvPicPr>
          <p:cNvPr id="4" name="Picture 3">
            <a:extLst>
              <a:ext uri="{FF2B5EF4-FFF2-40B4-BE49-F238E27FC236}">
                <a16:creationId xmlns:a16="http://schemas.microsoft.com/office/drawing/2014/main" id="{FC02F677-AE6C-5B24-CE28-EB8B15138C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9840" y="507678"/>
            <a:ext cx="8535120" cy="2638217"/>
          </a:xfrm>
          <a:prstGeom prst="rect">
            <a:avLst/>
          </a:prstGeom>
        </p:spPr>
      </p:pic>
    </p:spTree>
    <p:extLst>
      <p:ext uri="{BB962C8B-B14F-4D97-AF65-F5344CB8AC3E}">
        <p14:creationId xmlns:p14="http://schemas.microsoft.com/office/powerpoint/2010/main" val="3967224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C76A0-6020-279A-8EA9-0DE573F9676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076649D-BE20-BD5B-ACBF-FBE55F03CC57}"/>
              </a:ext>
            </a:extLst>
          </p:cNvPr>
          <p:cNvSpPr>
            <a:spLocks noGrp="1"/>
          </p:cNvSpPr>
          <p:nvPr>
            <p:ph type="subTitle" idx="1"/>
          </p:nvPr>
        </p:nvSpPr>
        <p:spPr>
          <a:xfrm>
            <a:off x="1524000" y="4500880"/>
            <a:ext cx="9144000" cy="756920"/>
          </a:xfrm>
        </p:spPr>
        <p:txBody>
          <a:bodyPr/>
          <a:lstStyle/>
          <a:p>
            <a:r>
              <a:rPr lang="en-US" dirty="0"/>
              <a:t>Update all the conferences attended since 2023</a:t>
            </a:r>
            <a:endParaRPr lang="en-IN" dirty="0"/>
          </a:p>
        </p:txBody>
      </p:sp>
      <p:pic>
        <p:nvPicPr>
          <p:cNvPr id="4" name="Picture 3">
            <a:extLst>
              <a:ext uri="{FF2B5EF4-FFF2-40B4-BE49-F238E27FC236}">
                <a16:creationId xmlns:a16="http://schemas.microsoft.com/office/drawing/2014/main" id="{903CC8F1-28EA-09BA-CDC5-4BCD4872A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400" y="320326"/>
            <a:ext cx="7801200" cy="3406158"/>
          </a:xfrm>
          <a:prstGeom prst="rect">
            <a:avLst/>
          </a:prstGeom>
        </p:spPr>
      </p:pic>
    </p:spTree>
    <p:extLst>
      <p:ext uri="{BB962C8B-B14F-4D97-AF65-F5344CB8AC3E}">
        <p14:creationId xmlns:p14="http://schemas.microsoft.com/office/powerpoint/2010/main" val="1595756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BB9-8F58-77A4-B62F-82DF02492DF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461AD57-EF10-7602-253A-711C0163018A}"/>
              </a:ext>
            </a:extLst>
          </p:cNvPr>
          <p:cNvSpPr>
            <a:spLocks noGrp="1"/>
          </p:cNvSpPr>
          <p:nvPr>
            <p:ph type="subTitle" idx="1"/>
          </p:nvPr>
        </p:nvSpPr>
        <p:spPr>
          <a:xfrm>
            <a:off x="1524000" y="5037817"/>
            <a:ext cx="9144000" cy="543242"/>
          </a:xfrm>
        </p:spPr>
        <p:txBody>
          <a:bodyPr/>
          <a:lstStyle/>
          <a:p>
            <a:r>
              <a:rPr lang="en-US" dirty="0"/>
              <a:t>Update Dr. </a:t>
            </a:r>
            <a:r>
              <a:rPr lang="en-US" dirty="0" err="1"/>
              <a:t>Gourang</a:t>
            </a:r>
            <a:r>
              <a:rPr lang="en-US" dirty="0"/>
              <a:t> Photo</a:t>
            </a:r>
            <a:endParaRPr lang="en-IN" dirty="0"/>
          </a:p>
        </p:txBody>
      </p:sp>
      <p:pic>
        <p:nvPicPr>
          <p:cNvPr id="4" name="Picture 3">
            <a:extLst>
              <a:ext uri="{FF2B5EF4-FFF2-40B4-BE49-F238E27FC236}">
                <a16:creationId xmlns:a16="http://schemas.microsoft.com/office/drawing/2014/main" id="{B85206C7-3B0D-55D0-EC90-75F751B78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3368" y="880383"/>
            <a:ext cx="2385263" cy="3123041"/>
          </a:xfrm>
          <a:prstGeom prst="rect">
            <a:avLst/>
          </a:prstGeom>
        </p:spPr>
      </p:pic>
    </p:spTree>
    <p:extLst>
      <p:ext uri="{BB962C8B-B14F-4D97-AF65-F5344CB8AC3E}">
        <p14:creationId xmlns:p14="http://schemas.microsoft.com/office/powerpoint/2010/main" val="1838806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9E8A9-9A53-0841-31C2-C178360E29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817D0AE-9469-87EE-B370-209D3A5AC4AC}"/>
              </a:ext>
            </a:extLst>
          </p:cNvPr>
          <p:cNvSpPr>
            <a:spLocks noGrp="1"/>
          </p:cNvSpPr>
          <p:nvPr>
            <p:ph type="subTitle" idx="1"/>
          </p:nvPr>
        </p:nvSpPr>
        <p:spPr>
          <a:xfrm>
            <a:off x="1524000" y="4795838"/>
            <a:ext cx="9144000" cy="1655762"/>
          </a:xfrm>
        </p:spPr>
        <p:txBody>
          <a:bodyPr/>
          <a:lstStyle/>
          <a:p>
            <a:r>
              <a:rPr lang="en-US" dirty="0"/>
              <a:t>Team Photo</a:t>
            </a:r>
          </a:p>
          <a:p>
            <a:endParaRPr lang="en-IN" dirty="0"/>
          </a:p>
        </p:txBody>
      </p:sp>
      <p:pic>
        <p:nvPicPr>
          <p:cNvPr id="6" name="Picture 5">
            <a:extLst>
              <a:ext uri="{FF2B5EF4-FFF2-40B4-BE49-F238E27FC236}">
                <a16:creationId xmlns:a16="http://schemas.microsoft.com/office/drawing/2014/main" id="{4C473D15-6E9F-59DE-FFD1-D44982B08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8343" y="559118"/>
            <a:ext cx="5175314" cy="3429000"/>
          </a:xfrm>
          <a:prstGeom prst="rect">
            <a:avLst/>
          </a:prstGeom>
        </p:spPr>
      </p:pic>
    </p:spTree>
    <p:extLst>
      <p:ext uri="{BB962C8B-B14F-4D97-AF65-F5344CB8AC3E}">
        <p14:creationId xmlns:p14="http://schemas.microsoft.com/office/powerpoint/2010/main" val="3476445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D4BFC-9DE8-0791-F86E-E4E2F952688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9AFBC65-2713-629D-1BC3-BDFA6A020485}"/>
              </a:ext>
            </a:extLst>
          </p:cNvPr>
          <p:cNvSpPr>
            <a:spLocks noGrp="1"/>
          </p:cNvSpPr>
          <p:nvPr>
            <p:ph type="subTitle" idx="1"/>
          </p:nvPr>
        </p:nvSpPr>
        <p:spPr>
          <a:xfrm>
            <a:off x="1524000" y="1509078"/>
            <a:ext cx="9144000" cy="1655762"/>
          </a:xfrm>
        </p:spPr>
        <p:txBody>
          <a:bodyPr/>
          <a:lstStyle/>
          <a:p>
            <a:r>
              <a:rPr lang="en-US" dirty="0"/>
              <a:t>Update Papers, Publications, awards, faculty and all from the CV Provided to you.</a:t>
            </a:r>
            <a:endParaRPr lang="en-IN" dirty="0"/>
          </a:p>
        </p:txBody>
      </p:sp>
    </p:spTree>
    <p:extLst>
      <p:ext uri="{BB962C8B-B14F-4D97-AF65-F5344CB8AC3E}">
        <p14:creationId xmlns:p14="http://schemas.microsoft.com/office/powerpoint/2010/main" val="56416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D0B8-53C2-6A02-8512-4CB8E6772F1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7017691-0AF4-5CDE-99DC-E42A99C3F51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85322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C2B6-1968-79A2-5B16-B7289CD564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7F1348-1420-34AF-2FA4-CC8F739C43D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95904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A04A8-2C65-AE79-46B2-E58CC6F4EDC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6ED1E61-A313-1AA6-E19C-4DA3CF6B917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28675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6DD27-D57A-0B97-56CC-24379F2A0B7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4AD08C4-6952-B43B-95A5-172B2D99A6F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8774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8461-1568-CEE9-070D-4DCA11CBF0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F207E49-79BE-F362-D170-B06A6215B39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07729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53F1C-9BE3-7491-59A4-3E360F6351F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E24CB0-6843-1A08-62BB-065E5216EFF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87817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140CB-BD20-DA47-507B-CAA5B81F5E3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37414FE-C8AD-4704-FD00-C795AAF6418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56706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57596-2D28-26E4-7BEF-22F617294AA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BDAD38-694B-D3B8-282B-5A5483764E7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0751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CB7B3-3827-46FB-F8BB-C40838CA953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2993E87-06DB-AAFA-6D12-3293B7E5957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846495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395D-B189-4728-979A-EF1C648B348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D5144C6-C723-F59D-BF19-4FF5096CD93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83901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C09D7-F4A6-ABA1-1EE4-79E2AF9E2CC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EC4CD29-2486-458C-170C-C6AB90D3000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76418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DE37-2688-F1CC-E494-651F5B7D39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3AA01A4-F4AD-72E9-A6CE-CCAA7FD49B9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940509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DA3EF-E579-A635-FEBC-51DD417310F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C687995-B3D4-F5C5-D510-B228F411EDD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34793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BA9A4-81FD-BA3C-BD77-84AEC5107C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666AB05-DC73-0750-C223-775687B1FB5B}"/>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866052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38E5C-212B-77AE-1636-B08040439FD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F9DE730-7A94-FF81-BD09-24BAD11EB62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51878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F7A6C-E5D9-896E-EEC7-6A20FF4FB21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5496A7F-71DC-3621-6E9D-1D4B79D994B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200474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D047A-3BEB-DE7C-097E-4B831A141B2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136B501-A8F6-7D18-7C1B-0698A9A5186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540223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1EB2E-91F7-FFF5-AAEB-A1CF8F2C69A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C5938A3-DE0F-84B6-3A59-2DCD9EFF855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12305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5B6B1-140A-F222-CBCE-C50C369C373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C1BF37E-1FF5-5253-44AC-194976DA68D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63756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46D08-A3D7-8CCC-4A01-012D6BCDDD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9040286-2D4E-DCE2-5649-66BB8015094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57791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695</Words>
  <Application>Microsoft Office PowerPoint</Application>
  <PresentationFormat>Widescreen</PresentationFormat>
  <Paragraphs>51</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teamvimalakarfoundation@gmail.com</dc:creator>
  <cp:lastModifiedBy>teamvimalakarfoundation@gmail.com</cp:lastModifiedBy>
  <cp:revision>1</cp:revision>
  <dcterms:created xsi:type="dcterms:W3CDTF">2026-09-10T18:08:21Z</dcterms:created>
  <dcterms:modified xsi:type="dcterms:W3CDTF">2026-09-16T15:12:00Z</dcterms:modified>
</cp:coreProperties>
</file>